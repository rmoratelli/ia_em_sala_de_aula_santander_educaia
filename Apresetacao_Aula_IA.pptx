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2" r:id="rId1"/>
  </p:sldMasterIdLst>
  <p:notesMasterIdLst>
    <p:notesMasterId r:id="rId12"/>
  </p:notesMasterIdLst>
  <p:handoutMasterIdLst>
    <p:handoutMasterId r:id="rId13"/>
  </p:handoutMasterIdLst>
  <p:sldIdLst>
    <p:sldId id="2561" r:id="rId2"/>
    <p:sldId id="2562" r:id="rId3"/>
    <p:sldId id="2563" r:id="rId4"/>
    <p:sldId id="2564" r:id="rId5"/>
    <p:sldId id="2565" r:id="rId6"/>
    <p:sldId id="2566" r:id="rId7"/>
    <p:sldId id="2567" r:id="rId8"/>
    <p:sldId id="2568" r:id="rId9"/>
    <p:sldId id="2569" r:id="rId10"/>
    <p:sldId id="2570" r:id="rId11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volução Histórica da Contabilidade" id="{590E015E-D49D-4D00-83CC-C419AD2C43AD}">
          <p14:sldIdLst>
            <p14:sldId id="2561"/>
          </p14:sldIdLst>
        </p14:section>
        <p14:section name="Introdução e Objetivos da Aula" id="{537CA0A4-1FE7-4670-B7E9-DA88E75410E9}">
          <p14:sldIdLst>
            <p14:sldId id="2562"/>
            <p14:sldId id="2563"/>
          </p14:sldIdLst>
        </p14:section>
        <p14:section name="Linha do Tempo da Contabilidade" id="{376D0A7E-A7DC-4A53-B5C5-F8000CC3EEF5}">
          <p14:sldIdLst>
            <p14:sldId id="2564"/>
            <p14:sldId id="2565"/>
            <p14:sldId id="2566"/>
            <p14:sldId id="2567"/>
            <p14:sldId id="2568"/>
          </p14:sldIdLst>
        </p14:section>
        <p14:section name="Síntese Crítica e Papel Atual do Contador" id="{BE0B9105-2ACA-446D-927C-42FD695E6A9D}">
          <p14:sldIdLst>
            <p14:sldId id="2569"/>
            <p14:sldId id="25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A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86" autoAdjust="0"/>
    <p:restoredTop sz="94557"/>
  </p:normalViewPr>
  <p:slideViewPr>
    <p:cSldViewPr snapToGrid="0">
      <p:cViewPr varScale="1">
        <p:scale>
          <a:sx n="104" d="100"/>
          <a:sy n="104" d="100"/>
        </p:scale>
        <p:origin x="64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FACHINI MORATELLI" userId="fe50950f-7198-40f2-b27c-9cf0eae1b2f0" providerId="ADAL" clId="{ADE08ED7-2BD6-46FB-ADA4-3F5EEDD4924E}"/>
    <pc:docChg chg="undo custSel modSld">
      <pc:chgData name="RAFAEL FACHINI MORATELLI" userId="fe50950f-7198-40f2-b27c-9cf0eae1b2f0" providerId="ADAL" clId="{ADE08ED7-2BD6-46FB-ADA4-3F5EEDD4924E}" dt="2025-12-28T18:46:40.867" v="18" actId="478"/>
      <pc:docMkLst>
        <pc:docMk/>
      </pc:docMkLst>
      <pc:sldChg chg="addSp delSp mod">
        <pc:chgData name="RAFAEL FACHINI MORATELLI" userId="fe50950f-7198-40f2-b27c-9cf0eae1b2f0" providerId="ADAL" clId="{ADE08ED7-2BD6-46FB-ADA4-3F5EEDD4924E}" dt="2025-12-28T18:46:40.867" v="18" actId="478"/>
        <pc:sldMkLst>
          <pc:docMk/>
          <pc:sldMk cId="2213025224" sldId="2561"/>
        </pc:sldMkLst>
        <pc:spChg chg="add del">
          <ac:chgData name="RAFAEL FACHINI MORATELLI" userId="fe50950f-7198-40f2-b27c-9cf0eae1b2f0" providerId="ADAL" clId="{ADE08ED7-2BD6-46FB-ADA4-3F5EEDD4924E}" dt="2025-12-28T18:46:40.867" v="18" actId="478"/>
          <ac:spMkLst>
            <pc:docMk/>
            <pc:sldMk cId="2213025224" sldId="2561"/>
            <ac:spMk id="4" creationId="{FFC5B49E-375A-E08C-42C2-E4E33F973591}"/>
          </ac:spMkLst>
        </pc:spChg>
      </pc:sldChg>
      <pc:sldChg chg="delSp modSp mod">
        <pc:chgData name="RAFAEL FACHINI MORATELLI" userId="fe50950f-7198-40f2-b27c-9cf0eae1b2f0" providerId="ADAL" clId="{ADE08ED7-2BD6-46FB-ADA4-3F5EEDD4924E}" dt="2025-12-28T18:46:38.384" v="17" actId="478"/>
        <pc:sldMkLst>
          <pc:docMk/>
          <pc:sldMk cId="2686528057" sldId="2562"/>
        </pc:sldMkLst>
        <pc:spChg chg="mod">
          <ac:chgData name="RAFAEL FACHINI MORATELLI" userId="fe50950f-7198-40f2-b27c-9cf0eae1b2f0" providerId="ADAL" clId="{ADE08ED7-2BD6-46FB-ADA4-3F5EEDD4924E}" dt="2025-12-28T18:45:34.315" v="5" actId="1076"/>
          <ac:spMkLst>
            <pc:docMk/>
            <pc:sldMk cId="2686528057" sldId="2562"/>
            <ac:spMk id="2" creationId="{717784EB-DCF4-F63A-49C3-57C51698BEE9}"/>
          </ac:spMkLst>
        </pc:spChg>
        <pc:spChg chg="del">
          <ac:chgData name="RAFAEL FACHINI MORATELLI" userId="fe50950f-7198-40f2-b27c-9cf0eae1b2f0" providerId="ADAL" clId="{ADE08ED7-2BD6-46FB-ADA4-3F5EEDD4924E}" dt="2025-12-28T18:46:38.384" v="17" actId="478"/>
          <ac:spMkLst>
            <pc:docMk/>
            <pc:sldMk cId="2686528057" sldId="2562"/>
            <ac:spMk id="4" creationId="{69F35C32-F744-17A9-F9BB-B607B9F7E52A}"/>
          </ac:spMkLst>
        </pc:spChg>
      </pc:sldChg>
      <pc:sldChg chg="delSp modSp mod">
        <pc:chgData name="RAFAEL FACHINI MORATELLI" userId="fe50950f-7198-40f2-b27c-9cf0eae1b2f0" providerId="ADAL" clId="{ADE08ED7-2BD6-46FB-ADA4-3F5EEDD4924E}" dt="2025-12-28T18:46:35.550" v="16" actId="478"/>
        <pc:sldMkLst>
          <pc:docMk/>
          <pc:sldMk cId="4001509785" sldId="2563"/>
        </pc:sldMkLst>
        <pc:spChg chg="del mod">
          <ac:chgData name="RAFAEL FACHINI MORATELLI" userId="fe50950f-7198-40f2-b27c-9cf0eae1b2f0" providerId="ADAL" clId="{ADE08ED7-2BD6-46FB-ADA4-3F5EEDD4924E}" dt="2025-12-28T18:46:35.550" v="16" actId="478"/>
          <ac:spMkLst>
            <pc:docMk/>
            <pc:sldMk cId="4001509785" sldId="2563"/>
            <ac:spMk id="4" creationId="{596B0213-AF9F-3A86-8326-E0C0953365B3}"/>
          </ac:spMkLst>
        </pc:spChg>
        <pc:graphicFrameChg chg="mod">
          <ac:chgData name="RAFAEL FACHINI MORATELLI" userId="fe50950f-7198-40f2-b27c-9cf0eae1b2f0" providerId="ADAL" clId="{ADE08ED7-2BD6-46FB-ADA4-3F5EEDD4924E}" dt="2025-12-28T16:08:42.642" v="2" actId="1076"/>
          <ac:graphicFrameMkLst>
            <pc:docMk/>
            <pc:sldMk cId="4001509785" sldId="2563"/>
            <ac:graphicFrameMk id="10" creationId="{9ABBD07B-B052-1BE2-CC1D-D527A2BB0D97}"/>
          </ac:graphicFrameMkLst>
        </pc:graphicFrameChg>
      </pc:sldChg>
      <pc:sldChg chg="delSp modSp mod">
        <pc:chgData name="RAFAEL FACHINI MORATELLI" userId="fe50950f-7198-40f2-b27c-9cf0eae1b2f0" providerId="ADAL" clId="{ADE08ED7-2BD6-46FB-ADA4-3F5EEDD4924E}" dt="2025-12-28T18:46:29.760" v="12" actId="478"/>
        <pc:sldMkLst>
          <pc:docMk/>
          <pc:sldMk cId="3702611747" sldId="2564"/>
        </pc:sldMkLst>
        <pc:spChg chg="mod">
          <ac:chgData name="RAFAEL FACHINI MORATELLI" userId="fe50950f-7198-40f2-b27c-9cf0eae1b2f0" providerId="ADAL" clId="{ADE08ED7-2BD6-46FB-ADA4-3F5EEDD4924E}" dt="2025-12-28T18:45:43.867" v="6" actId="1076"/>
          <ac:spMkLst>
            <pc:docMk/>
            <pc:sldMk cId="3702611747" sldId="2564"/>
            <ac:spMk id="2" creationId="{2B2938F9-94D8-EA21-2230-0C3034784174}"/>
          </ac:spMkLst>
        </pc:spChg>
        <pc:spChg chg="del">
          <ac:chgData name="RAFAEL FACHINI MORATELLI" userId="fe50950f-7198-40f2-b27c-9cf0eae1b2f0" providerId="ADAL" clId="{ADE08ED7-2BD6-46FB-ADA4-3F5EEDD4924E}" dt="2025-12-28T18:46:29.760" v="12" actId="478"/>
          <ac:spMkLst>
            <pc:docMk/>
            <pc:sldMk cId="3702611747" sldId="2564"/>
            <ac:spMk id="4" creationId="{68F5B740-7687-03AC-E8AC-2D18367E1BA1}"/>
          </ac:spMkLst>
        </pc:spChg>
      </pc:sldChg>
      <pc:sldChg chg="delSp modSp mod">
        <pc:chgData name="RAFAEL FACHINI MORATELLI" userId="fe50950f-7198-40f2-b27c-9cf0eae1b2f0" providerId="ADAL" clId="{ADE08ED7-2BD6-46FB-ADA4-3F5EEDD4924E}" dt="2025-12-28T18:46:31.811" v="13" actId="478"/>
        <pc:sldMkLst>
          <pc:docMk/>
          <pc:sldMk cId="701236279" sldId="2565"/>
        </pc:sldMkLst>
        <pc:spChg chg="del">
          <ac:chgData name="RAFAEL FACHINI MORATELLI" userId="fe50950f-7198-40f2-b27c-9cf0eae1b2f0" providerId="ADAL" clId="{ADE08ED7-2BD6-46FB-ADA4-3F5EEDD4924E}" dt="2025-12-28T18:46:31.811" v="13" actId="478"/>
          <ac:spMkLst>
            <pc:docMk/>
            <pc:sldMk cId="701236279" sldId="2565"/>
            <ac:spMk id="4" creationId="{0E388BE1-CF1F-3DEF-526A-CC5A1F274C12}"/>
          </ac:spMkLst>
        </pc:spChg>
        <pc:graphicFrameChg chg="mod">
          <ac:chgData name="RAFAEL FACHINI MORATELLI" userId="fe50950f-7198-40f2-b27c-9cf0eae1b2f0" providerId="ADAL" clId="{ADE08ED7-2BD6-46FB-ADA4-3F5EEDD4924E}" dt="2025-12-28T16:08:52.568" v="3" actId="1076"/>
          <ac:graphicFrameMkLst>
            <pc:docMk/>
            <pc:sldMk cId="701236279" sldId="2565"/>
            <ac:graphicFrameMk id="10" creationId="{D068D142-9E93-1E07-0F7A-7EB3784FAA6C}"/>
          </ac:graphicFrameMkLst>
        </pc:graphicFrameChg>
      </pc:sldChg>
      <pc:sldChg chg="delSp mod">
        <pc:chgData name="RAFAEL FACHINI MORATELLI" userId="fe50950f-7198-40f2-b27c-9cf0eae1b2f0" providerId="ADAL" clId="{ADE08ED7-2BD6-46FB-ADA4-3F5EEDD4924E}" dt="2025-12-28T18:46:26.765" v="11" actId="478"/>
        <pc:sldMkLst>
          <pc:docMk/>
          <pc:sldMk cId="2785777830" sldId="2566"/>
        </pc:sldMkLst>
        <pc:spChg chg="del">
          <ac:chgData name="RAFAEL FACHINI MORATELLI" userId="fe50950f-7198-40f2-b27c-9cf0eae1b2f0" providerId="ADAL" clId="{ADE08ED7-2BD6-46FB-ADA4-3F5EEDD4924E}" dt="2025-12-28T18:46:26.765" v="11" actId="478"/>
          <ac:spMkLst>
            <pc:docMk/>
            <pc:sldMk cId="2785777830" sldId="2566"/>
            <ac:spMk id="4" creationId="{FBE31579-E37E-8FA7-D7A8-2D866B5C8D66}"/>
          </ac:spMkLst>
        </pc:spChg>
      </pc:sldChg>
      <pc:sldChg chg="delSp mod">
        <pc:chgData name="RAFAEL FACHINI MORATELLI" userId="fe50950f-7198-40f2-b27c-9cf0eae1b2f0" providerId="ADAL" clId="{ADE08ED7-2BD6-46FB-ADA4-3F5EEDD4924E}" dt="2025-12-28T18:46:24.579" v="10" actId="478"/>
        <pc:sldMkLst>
          <pc:docMk/>
          <pc:sldMk cId="2492150838" sldId="2567"/>
        </pc:sldMkLst>
        <pc:spChg chg="del">
          <ac:chgData name="RAFAEL FACHINI MORATELLI" userId="fe50950f-7198-40f2-b27c-9cf0eae1b2f0" providerId="ADAL" clId="{ADE08ED7-2BD6-46FB-ADA4-3F5EEDD4924E}" dt="2025-12-28T18:46:24.579" v="10" actId="478"/>
          <ac:spMkLst>
            <pc:docMk/>
            <pc:sldMk cId="2492150838" sldId="2567"/>
            <ac:spMk id="4" creationId="{20CEC2B1-6E13-81BB-9A6E-A8EDD1941815}"/>
          </ac:spMkLst>
        </pc:spChg>
      </pc:sldChg>
      <pc:sldChg chg="delSp mod">
        <pc:chgData name="RAFAEL FACHINI MORATELLI" userId="fe50950f-7198-40f2-b27c-9cf0eae1b2f0" providerId="ADAL" clId="{ADE08ED7-2BD6-46FB-ADA4-3F5EEDD4924E}" dt="2025-12-28T18:46:22.352" v="9" actId="478"/>
        <pc:sldMkLst>
          <pc:docMk/>
          <pc:sldMk cId="484767836" sldId="2568"/>
        </pc:sldMkLst>
        <pc:spChg chg="del">
          <ac:chgData name="RAFAEL FACHINI MORATELLI" userId="fe50950f-7198-40f2-b27c-9cf0eae1b2f0" providerId="ADAL" clId="{ADE08ED7-2BD6-46FB-ADA4-3F5EEDD4924E}" dt="2025-12-28T18:46:22.352" v="9" actId="478"/>
          <ac:spMkLst>
            <pc:docMk/>
            <pc:sldMk cId="484767836" sldId="2568"/>
            <ac:spMk id="4" creationId="{1A18285C-B8C1-19D7-8508-59ED95F32973}"/>
          </ac:spMkLst>
        </pc:spChg>
      </pc:sldChg>
      <pc:sldChg chg="delSp modSp mod">
        <pc:chgData name="RAFAEL FACHINI MORATELLI" userId="fe50950f-7198-40f2-b27c-9cf0eae1b2f0" providerId="ADAL" clId="{ADE08ED7-2BD6-46FB-ADA4-3F5EEDD4924E}" dt="2025-12-28T18:46:20.597" v="8" actId="478"/>
        <pc:sldMkLst>
          <pc:docMk/>
          <pc:sldMk cId="393175869" sldId="2569"/>
        </pc:sldMkLst>
        <pc:spChg chg="mod">
          <ac:chgData name="RAFAEL FACHINI MORATELLI" userId="fe50950f-7198-40f2-b27c-9cf0eae1b2f0" providerId="ADAL" clId="{ADE08ED7-2BD6-46FB-ADA4-3F5EEDD4924E}" dt="2025-12-28T16:09:02.537" v="4" actId="1076"/>
          <ac:spMkLst>
            <pc:docMk/>
            <pc:sldMk cId="393175869" sldId="2569"/>
            <ac:spMk id="2" creationId="{96272795-0DB3-505C-4861-8FFA1B1BDDC0}"/>
          </ac:spMkLst>
        </pc:spChg>
        <pc:spChg chg="del">
          <ac:chgData name="RAFAEL FACHINI MORATELLI" userId="fe50950f-7198-40f2-b27c-9cf0eae1b2f0" providerId="ADAL" clId="{ADE08ED7-2BD6-46FB-ADA4-3F5EEDD4924E}" dt="2025-12-28T18:46:20.597" v="8" actId="478"/>
          <ac:spMkLst>
            <pc:docMk/>
            <pc:sldMk cId="393175869" sldId="2569"/>
            <ac:spMk id="4" creationId="{CE0436AD-674D-26CA-F9A6-73517C721808}"/>
          </ac:spMkLst>
        </pc:spChg>
      </pc:sldChg>
      <pc:sldChg chg="delSp mod">
        <pc:chgData name="RAFAEL FACHINI MORATELLI" userId="fe50950f-7198-40f2-b27c-9cf0eae1b2f0" providerId="ADAL" clId="{ADE08ED7-2BD6-46FB-ADA4-3F5EEDD4924E}" dt="2025-12-28T18:46:18.431" v="7" actId="478"/>
        <pc:sldMkLst>
          <pc:docMk/>
          <pc:sldMk cId="1409891518" sldId="2570"/>
        </pc:sldMkLst>
        <pc:spChg chg="del">
          <ac:chgData name="RAFAEL FACHINI MORATELLI" userId="fe50950f-7198-40f2-b27c-9cf0eae1b2f0" providerId="ADAL" clId="{ADE08ED7-2BD6-46FB-ADA4-3F5EEDD4924E}" dt="2025-12-28T18:46:18.431" v="7" actId="478"/>
          <ac:spMkLst>
            <pc:docMk/>
            <pc:sldMk cId="1409891518" sldId="2570"/>
            <ac:spMk id="4" creationId="{77EF995D-A655-60C9-26E1-8D470BC5428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B0FFFB-5E1D-424F-B61C-07CC8B2384CC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F239D9A-82C0-4718-BFDB-0CA06DEB58F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Compreensão Histórica da Contabilidade</a:t>
          </a:r>
          <a:endParaRPr lang="en-US"/>
        </a:p>
      </dgm:t>
    </dgm:pt>
    <dgm:pt modelId="{BC22EFC3-77C8-4172-B821-9A1D318E3833}" type="parTrans" cxnId="{CFA65B17-F33B-4DBC-A9E1-97F1BEBF2AA1}">
      <dgm:prSet/>
      <dgm:spPr/>
      <dgm:t>
        <a:bodyPr/>
        <a:lstStyle/>
        <a:p>
          <a:endParaRPr lang="en-US"/>
        </a:p>
      </dgm:t>
    </dgm:pt>
    <dgm:pt modelId="{42E1CF01-9ACB-4B48-92D6-A3536912A169}" type="sibTrans" cxnId="{CFA65B17-F33B-4DBC-A9E1-97F1BEBF2AA1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99B91AB6-A3C3-4886-9051-8AE6133232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 contabilidade é uma ciência social aplicada, moldada por necessidades econômicas, sociais e institucionais ao longo do tempo.</a:t>
          </a:r>
          <a:endParaRPr lang="en-US"/>
        </a:p>
      </dgm:t>
    </dgm:pt>
    <dgm:pt modelId="{CB85FAB1-48D1-4623-A6B7-167C04E8E735}" type="parTrans" cxnId="{C2E96333-1655-44BA-85F6-0200F047A2FF}">
      <dgm:prSet/>
      <dgm:spPr/>
      <dgm:t>
        <a:bodyPr/>
        <a:lstStyle/>
        <a:p>
          <a:endParaRPr lang="en-US"/>
        </a:p>
      </dgm:t>
    </dgm:pt>
    <dgm:pt modelId="{1E981922-FD17-4AB2-97BB-53127BF4BF8C}" type="sibTrans" cxnId="{C2E96333-1655-44BA-85F6-0200F047A2FF}">
      <dgm:prSet/>
      <dgm:spPr/>
      <dgm:t>
        <a:bodyPr/>
        <a:lstStyle/>
        <a:p>
          <a:endParaRPr lang="en-US"/>
        </a:p>
      </dgm:t>
    </dgm:pt>
    <dgm:pt modelId="{66047562-C5CB-46D0-8C38-9CD0EBDA14F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Objetivos de Aprendizagem</a:t>
          </a:r>
          <a:endParaRPr lang="en-US"/>
        </a:p>
      </dgm:t>
    </dgm:pt>
    <dgm:pt modelId="{5748170F-24CB-43EC-BBE1-BCA6AD8A4245}" type="parTrans" cxnId="{F716458D-9B12-4DAB-96F2-6FC9456E893D}">
      <dgm:prSet/>
      <dgm:spPr/>
      <dgm:t>
        <a:bodyPr/>
        <a:lstStyle/>
        <a:p>
          <a:endParaRPr lang="en-US"/>
        </a:p>
      </dgm:t>
    </dgm:pt>
    <dgm:pt modelId="{90EA72FC-49ED-4190-BF0D-09E04507D1C1}" type="sibTrans" cxnId="{F716458D-9B12-4DAB-96F2-6FC9456E893D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374CAF56-526B-4A72-B94A-3342DE7DF1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Identificar fases históricas, analisar impactos e comparar contabilidade tradicional e moderna com foco na tecnologia.</a:t>
          </a:r>
          <a:endParaRPr lang="en-US"/>
        </a:p>
      </dgm:t>
    </dgm:pt>
    <dgm:pt modelId="{58F0C4AE-B997-4469-AF7E-B7D1D1292A0C}" type="parTrans" cxnId="{8B8A1770-A7A2-41F7-A900-DFFB6D3FF501}">
      <dgm:prSet/>
      <dgm:spPr/>
      <dgm:t>
        <a:bodyPr/>
        <a:lstStyle/>
        <a:p>
          <a:endParaRPr lang="en-US"/>
        </a:p>
      </dgm:t>
    </dgm:pt>
    <dgm:pt modelId="{B28D5921-3701-4D0E-AF89-BBE5D883F8CB}" type="sibTrans" cxnId="{8B8A1770-A7A2-41F7-A900-DFFB6D3FF501}">
      <dgm:prSet/>
      <dgm:spPr/>
      <dgm:t>
        <a:bodyPr/>
        <a:lstStyle/>
        <a:p>
          <a:endParaRPr lang="en-US"/>
        </a:p>
      </dgm:t>
    </dgm:pt>
    <dgm:pt modelId="{82509EB5-EEC6-4AAB-B41A-21D81D5BA18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Pensamento Crítico e Ética</a:t>
          </a:r>
          <a:endParaRPr lang="en-US"/>
        </a:p>
      </dgm:t>
    </dgm:pt>
    <dgm:pt modelId="{20ADF95D-D879-461F-BE61-6A9BBAD26F2A}" type="parTrans" cxnId="{78A9FEC2-9711-4AE8-AFEB-A992B8171DA8}">
      <dgm:prSet/>
      <dgm:spPr/>
      <dgm:t>
        <a:bodyPr/>
        <a:lstStyle/>
        <a:p>
          <a:endParaRPr lang="en-US"/>
        </a:p>
      </dgm:t>
    </dgm:pt>
    <dgm:pt modelId="{76AB386C-CED7-4467-AE3F-D5C7C228FC91}" type="sibTrans" cxnId="{78A9FEC2-9711-4AE8-AFEB-A992B8171DA8}">
      <dgm:prSet/>
      <dgm:spPr/>
      <dgm:t>
        <a:bodyPr/>
        <a:lstStyle/>
        <a:p>
          <a:endParaRPr lang="en-US"/>
        </a:p>
      </dgm:t>
    </dgm:pt>
    <dgm:pt modelId="{89A91F0E-F190-4D4A-8598-B3F5947A79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Incentivar análise crítica e uso ético da inteligência artificial para apoiar o aprendizado contábil.</a:t>
          </a:r>
          <a:endParaRPr lang="en-US"/>
        </a:p>
      </dgm:t>
    </dgm:pt>
    <dgm:pt modelId="{BEF38AA5-6D9F-498F-A73E-A6ED2B17C68D}" type="parTrans" cxnId="{7F17BAC9-8F3A-4BC4-AE54-A86CA4597111}">
      <dgm:prSet/>
      <dgm:spPr/>
      <dgm:t>
        <a:bodyPr/>
        <a:lstStyle/>
        <a:p>
          <a:endParaRPr lang="en-US"/>
        </a:p>
      </dgm:t>
    </dgm:pt>
    <dgm:pt modelId="{70235552-2EB7-413C-9A16-3F7FB5FAACED}" type="sibTrans" cxnId="{7F17BAC9-8F3A-4BC4-AE54-A86CA4597111}">
      <dgm:prSet/>
      <dgm:spPr/>
      <dgm:t>
        <a:bodyPr/>
        <a:lstStyle/>
        <a:p>
          <a:endParaRPr lang="en-US"/>
        </a:p>
      </dgm:t>
    </dgm:pt>
    <dgm:pt modelId="{C8200087-4A92-4A5A-83D7-8D157E2FF649}" type="pres">
      <dgm:prSet presAssocID="{BAB0FFFB-5E1D-424F-B61C-07CC8B2384CC}" presName="Name0" presStyleCnt="0">
        <dgm:presLayoutVars>
          <dgm:dir/>
          <dgm:resizeHandles val="exact"/>
        </dgm:presLayoutVars>
      </dgm:prSet>
      <dgm:spPr/>
    </dgm:pt>
    <dgm:pt modelId="{97808155-D18A-4277-84DA-8E3EA06A4DB4}" type="pres">
      <dgm:prSet presAssocID="{CF239D9A-82C0-4718-BFDB-0CA06DEB58F4}" presName="compNode" presStyleCnt="0"/>
      <dgm:spPr/>
    </dgm:pt>
    <dgm:pt modelId="{C32D2E7D-32F6-4410-9843-E261A408A48F}" type="pres">
      <dgm:prSet presAssocID="{CF239D9A-82C0-4718-BFDB-0CA06DEB58F4}" presName="pictRect" presStyleLbl="revTx" presStyleIdx="0" presStyleCnt="6">
        <dgm:presLayoutVars>
          <dgm:chMax val="0"/>
          <dgm:bulletEnabled/>
        </dgm:presLayoutVars>
      </dgm:prSet>
      <dgm:spPr/>
    </dgm:pt>
    <dgm:pt modelId="{37C6304E-FDA6-4D99-B497-AF473F1BDA83}" type="pres">
      <dgm:prSet presAssocID="{CF239D9A-82C0-4718-BFDB-0CA06DEB58F4}" presName="textRect" presStyleLbl="revTx" presStyleIdx="1" presStyleCnt="6">
        <dgm:presLayoutVars>
          <dgm:bulletEnabled/>
        </dgm:presLayoutVars>
      </dgm:prSet>
      <dgm:spPr/>
    </dgm:pt>
    <dgm:pt modelId="{7E377BE3-4F52-4207-AD3E-10554D8E658E}" type="pres">
      <dgm:prSet presAssocID="{42E1CF01-9ACB-4B48-92D6-A3536912A169}" presName="sibTrans" presStyleLbl="sibTrans2D1" presStyleIdx="0" presStyleCnt="0"/>
      <dgm:spPr/>
    </dgm:pt>
    <dgm:pt modelId="{19C2AF95-96C6-4A96-AAB6-C49463A2D043}" type="pres">
      <dgm:prSet presAssocID="{66047562-C5CB-46D0-8C38-9CD0EBDA14F8}" presName="compNode" presStyleCnt="0"/>
      <dgm:spPr/>
    </dgm:pt>
    <dgm:pt modelId="{353170C2-022E-4104-98FD-1D795F822040}" type="pres">
      <dgm:prSet presAssocID="{66047562-C5CB-46D0-8C38-9CD0EBDA14F8}" presName="pictRect" presStyleLbl="revTx" presStyleIdx="2" presStyleCnt="6">
        <dgm:presLayoutVars>
          <dgm:chMax val="0"/>
          <dgm:bulletEnabled/>
        </dgm:presLayoutVars>
      </dgm:prSet>
      <dgm:spPr/>
    </dgm:pt>
    <dgm:pt modelId="{874FF66A-06F0-4E83-97B5-CC1C4B48B897}" type="pres">
      <dgm:prSet presAssocID="{66047562-C5CB-46D0-8C38-9CD0EBDA14F8}" presName="textRect" presStyleLbl="revTx" presStyleIdx="3" presStyleCnt="6">
        <dgm:presLayoutVars>
          <dgm:bulletEnabled/>
        </dgm:presLayoutVars>
      </dgm:prSet>
      <dgm:spPr/>
    </dgm:pt>
    <dgm:pt modelId="{8773A14E-71F0-48E4-B274-CEAFDB22BCBD}" type="pres">
      <dgm:prSet presAssocID="{90EA72FC-49ED-4190-BF0D-09E04507D1C1}" presName="sibTrans" presStyleLbl="sibTrans2D1" presStyleIdx="0" presStyleCnt="0"/>
      <dgm:spPr/>
    </dgm:pt>
    <dgm:pt modelId="{7C22E77F-8030-49DC-9830-9527025F3132}" type="pres">
      <dgm:prSet presAssocID="{82509EB5-EEC6-4AAB-B41A-21D81D5BA189}" presName="compNode" presStyleCnt="0"/>
      <dgm:spPr/>
    </dgm:pt>
    <dgm:pt modelId="{45929AB0-067D-4B2F-B073-089C3AFC0523}" type="pres">
      <dgm:prSet presAssocID="{82509EB5-EEC6-4AAB-B41A-21D81D5BA189}" presName="pictRect" presStyleLbl="revTx" presStyleIdx="4" presStyleCnt="6">
        <dgm:presLayoutVars>
          <dgm:chMax val="0"/>
          <dgm:bulletEnabled/>
        </dgm:presLayoutVars>
      </dgm:prSet>
      <dgm:spPr/>
    </dgm:pt>
    <dgm:pt modelId="{5C274AEB-E0FD-416E-A7BF-5EE490247F75}" type="pres">
      <dgm:prSet presAssocID="{82509EB5-EEC6-4AAB-B41A-21D81D5BA189}" presName="textRect" presStyleLbl="revTx" presStyleIdx="5" presStyleCnt="6">
        <dgm:presLayoutVars>
          <dgm:bulletEnabled/>
        </dgm:presLayoutVars>
      </dgm:prSet>
      <dgm:spPr/>
    </dgm:pt>
  </dgm:ptLst>
  <dgm:cxnLst>
    <dgm:cxn modelId="{B5DD2F03-0FFE-4863-818C-4FCD80115865}" type="presOf" srcId="{CF239D9A-82C0-4718-BFDB-0CA06DEB58F4}" destId="{C32D2E7D-32F6-4410-9843-E261A408A48F}" srcOrd="0" destOrd="0" presId="urn:microsoft.com/office/officeart/2024/3/layout/hArchList1"/>
    <dgm:cxn modelId="{CFA65B17-F33B-4DBC-A9E1-97F1BEBF2AA1}" srcId="{BAB0FFFB-5E1D-424F-B61C-07CC8B2384CC}" destId="{CF239D9A-82C0-4718-BFDB-0CA06DEB58F4}" srcOrd="0" destOrd="0" parTransId="{BC22EFC3-77C8-4172-B821-9A1D318E3833}" sibTransId="{42E1CF01-9ACB-4B48-92D6-A3536912A169}"/>
    <dgm:cxn modelId="{01E1D11D-C492-434D-BC22-BFE5CF6D9D7E}" type="presOf" srcId="{82509EB5-EEC6-4AAB-B41A-21D81D5BA189}" destId="{45929AB0-067D-4B2F-B073-089C3AFC0523}" srcOrd="0" destOrd="0" presId="urn:microsoft.com/office/officeart/2024/3/layout/hArchList1"/>
    <dgm:cxn modelId="{C2E96333-1655-44BA-85F6-0200F047A2FF}" srcId="{CF239D9A-82C0-4718-BFDB-0CA06DEB58F4}" destId="{99B91AB6-A3C3-4886-9051-8AE613323256}" srcOrd="0" destOrd="0" parTransId="{CB85FAB1-48D1-4623-A6B7-167C04E8E735}" sibTransId="{1E981922-FD17-4AB2-97BB-53127BF4BF8C}"/>
    <dgm:cxn modelId="{98C87C37-F029-4EFF-BEB7-26A854A757BF}" type="presOf" srcId="{99B91AB6-A3C3-4886-9051-8AE613323256}" destId="{37C6304E-FDA6-4D99-B497-AF473F1BDA83}" srcOrd="0" destOrd="0" presId="urn:microsoft.com/office/officeart/2024/3/layout/hArchList1"/>
    <dgm:cxn modelId="{D486F54F-E8DC-4203-B304-105D32100C42}" type="presOf" srcId="{89A91F0E-F190-4D4A-8598-B3F5947A7951}" destId="{5C274AEB-E0FD-416E-A7BF-5EE490247F75}" srcOrd="0" destOrd="0" presId="urn:microsoft.com/office/officeart/2024/3/layout/hArchList1"/>
    <dgm:cxn modelId="{8B8A1770-A7A2-41F7-A900-DFFB6D3FF501}" srcId="{66047562-C5CB-46D0-8C38-9CD0EBDA14F8}" destId="{374CAF56-526B-4A72-B94A-3342DE7DF1F9}" srcOrd="0" destOrd="0" parTransId="{58F0C4AE-B997-4469-AF7E-B7D1D1292A0C}" sibTransId="{B28D5921-3701-4D0E-AF89-BBE5D883F8CB}"/>
    <dgm:cxn modelId="{ECBCB58A-ACF1-4CEE-8AA1-747CDD15F8C3}" type="presOf" srcId="{90EA72FC-49ED-4190-BF0D-09E04507D1C1}" destId="{8773A14E-71F0-48E4-B274-CEAFDB22BCBD}" srcOrd="0" destOrd="0" presId="urn:microsoft.com/office/officeart/2024/3/layout/hArchList1"/>
    <dgm:cxn modelId="{F716458D-9B12-4DAB-96F2-6FC9456E893D}" srcId="{BAB0FFFB-5E1D-424F-B61C-07CC8B2384CC}" destId="{66047562-C5CB-46D0-8C38-9CD0EBDA14F8}" srcOrd="1" destOrd="0" parTransId="{5748170F-24CB-43EC-BBE1-BCA6AD8A4245}" sibTransId="{90EA72FC-49ED-4190-BF0D-09E04507D1C1}"/>
    <dgm:cxn modelId="{64724D9F-8DB7-4AB1-AC24-6613ED73B5D3}" type="presOf" srcId="{42E1CF01-9ACB-4B48-92D6-A3536912A169}" destId="{7E377BE3-4F52-4207-AD3E-10554D8E658E}" srcOrd="0" destOrd="0" presId="urn:microsoft.com/office/officeart/2024/3/layout/hArchList1"/>
    <dgm:cxn modelId="{54BE35A6-F721-424D-80E1-0467119A51EF}" type="presOf" srcId="{BAB0FFFB-5E1D-424F-B61C-07CC8B2384CC}" destId="{C8200087-4A92-4A5A-83D7-8D157E2FF649}" srcOrd="0" destOrd="0" presId="urn:microsoft.com/office/officeart/2024/3/layout/hArchList1"/>
    <dgm:cxn modelId="{49DD74A6-88CF-4EC6-A721-B97AEC744470}" type="presOf" srcId="{66047562-C5CB-46D0-8C38-9CD0EBDA14F8}" destId="{353170C2-022E-4104-98FD-1D795F822040}" srcOrd="0" destOrd="0" presId="urn:microsoft.com/office/officeart/2024/3/layout/hArchList1"/>
    <dgm:cxn modelId="{1A8A28BA-67FE-4449-86FF-5BB59B053CD2}" type="presOf" srcId="{374CAF56-526B-4A72-B94A-3342DE7DF1F9}" destId="{874FF66A-06F0-4E83-97B5-CC1C4B48B897}" srcOrd="0" destOrd="0" presId="urn:microsoft.com/office/officeart/2024/3/layout/hArchList1"/>
    <dgm:cxn modelId="{78A9FEC2-9711-4AE8-AFEB-A992B8171DA8}" srcId="{BAB0FFFB-5E1D-424F-B61C-07CC8B2384CC}" destId="{82509EB5-EEC6-4AAB-B41A-21D81D5BA189}" srcOrd="2" destOrd="0" parTransId="{20ADF95D-D879-461F-BE61-6A9BBAD26F2A}" sibTransId="{76AB386C-CED7-4467-AE3F-D5C7C228FC91}"/>
    <dgm:cxn modelId="{7F17BAC9-8F3A-4BC4-AE54-A86CA4597111}" srcId="{82509EB5-EEC6-4AAB-B41A-21D81D5BA189}" destId="{89A91F0E-F190-4D4A-8598-B3F5947A7951}" srcOrd="0" destOrd="0" parTransId="{BEF38AA5-6D9F-498F-A73E-A6ED2B17C68D}" sibTransId="{70235552-2EB7-413C-9A16-3F7FB5FAACED}"/>
    <dgm:cxn modelId="{00D8B7FA-96DE-4CA9-9B33-2B3E68A7CAC0}" type="presParOf" srcId="{C8200087-4A92-4A5A-83D7-8D157E2FF649}" destId="{97808155-D18A-4277-84DA-8E3EA06A4DB4}" srcOrd="0" destOrd="0" presId="urn:microsoft.com/office/officeart/2024/3/layout/hArchList1"/>
    <dgm:cxn modelId="{EE72FD5B-CA91-4B5B-A98A-6308B7682FF6}" type="presParOf" srcId="{97808155-D18A-4277-84DA-8E3EA06A4DB4}" destId="{C32D2E7D-32F6-4410-9843-E261A408A48F}" srcOrd="0" destOrd="0" presId="urn:microsoft.com/office/officeart/2024/3/layout/hArchList1"/>
    <dgm:cxn modelId="{EFE7744F-0915-42BB-A435-3091986BC41C}" type="presParOf" srcId="{97808155-D18A-4277-84DA-8E3EA06A4DB4}" destId="{37C6304E-FDA6-4D99-B497-AF473F1BDA83}" srcOrd="1" destOrd="0" presId="urn:microsoft.com/office/officeart/2024/3/layout/hArchList1"/>
    <dgm:cxn modelId="{4E2E9D12-CB3D-428C-A5EB-0FD21A99EC4C}" type="presParOf" srcId="{C8200087-4A92-4A5A-83D7-8D157E2FF649}" destId="{7E377BE3-4F52-4207-AD3E-10554D8E658E}" srcOrd="1" destOrd="0" presId="urn:microsoft.com/office/officeart/2024/3/layout/hArchList1"/>
    <dgm:cxn modelId="{036B865F-5DFC-44F5-80CF-F845340B9E95}" type="presParOf" srcId="{C8200087-4A92-4A5A-83D7-8D157E2FF649}" destId="{19C2AF95-96C6-4A96-AAB6-C49463A2D043}" srcOrd="2" destOrd="0" presId="urn:microsoft.com/office/officeart/2024/3/layout/hArchList1"/>
    <dgm:cxn modelId="{5C924E92-97E9-4012-8CE6-4BDC6BB6D3E1}" type="presParOf" srcId="{19C2AF95-96C6-4A96-AAB6-C49463A2D043}" destId="{353170C2-022E-4104-98FD-1D795F822040}" srcOrd="0" destOrd="0" presId="urn:microsoft.com/office/officeart/2024/3/layout/hArchList1"/>
    <dgm:cxn modelId="{040D7A86-0073-4A40-A060-764AC1A3824F}" type="presParOf" srcId="{19C2AF95-96C6-4A96-AAB6-C49463A2D043}" destId="{874FF66A-06F0-4E83-97B5-CC1C4B48B897}" srcOrd="1" destOrd="0" presId="urn:microsoft.com/office/officeart/2024/3/layout/hArchList1"/>
    <dgm:cxn modelId="{92FBC6D9-1BB6-4B6C-9E7C-5CBE47D7F60F}" type="presParOf" srcId="{C8200087-4A92-4A5A-83D7-8D157E2FF649}" destId="{8773A14E-71F0-48E4-B274-CEAFDB22BCBD}" srcOrd="3" destOrd="0" presId="urn:microsoft.com/office/officeart/2024/3/layout/hArchList1"/>
    <dgm:cxn modelId="{E6BE2AE5-C947-4DC6-BFE9-7DC98585BC8C}" type="presParOf" srcId="{C8200087-4A92-4A5A-83D7-8D157E2FF649}" destId="{7C22E77F-8030-49DC-9830-9527025F3132}" srcOrd="4" destOrd="0" presId="urn:microsoft.com/office/officeart/2024/3/layout/hArchList1"/>
    <dgm:cxn modelId="{30F8DA4D-0E3A-4C85-AC44-2B0EA2EE6B35}" type="presParOf" srcId="{7C22E77F-8030-49DC-9830-9527025F3132}" destId="{45929AB0-067D-4B2F-B073-089C3AFC0523}" srcOrd="0" destOrd="0" presId="urn:microsoft.com/office/officeart/2024/3/layout/hArchList1"/>
    <dgm:cxn modelId="{20868AF5-4203-40F3-AB53-83123BA38936}" type="presParOf" srcId="{7C22E77F-8030-49DC-9830-9527025F3132}" destId="{5C274AEB-E0FD-416E-A7BF-5EE490247F75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F25E48-8C48-452C-972C-BE6CC69F3DAE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72A152E-5002-4CE1-9C81-C3710FD15E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Contabilidade Empírica Inicial</a:t>
          </a:r>
          <a:endParaRPr lang="en-US"/>
        </a:p>
      </dgm:t>
    </dgm:pt>
    <dgm:pt modelId="{ED804D50-8909-433C-B2A7-3669EF367D26}" type="parTrans" cxnId="{203F59A4-F620-47D2-AD7C-464D00DF2458}">
      <dgm:prSet/>
      <dgm:spPr/>
      <dgm:t>
        <a:bodyPr/>
        <a:lstStyle/>
        <a:p>
          <a:endParaRPr lang="en-US"/>
        </a:p>
      </dgm:t>
    </dgm:pt>
    <dgm:pt modelId="{0D050A52-2F33-43D7-81E3-A98CE15E197C}" type="sibTrans" cxnId="{203F59A4-F620-47D2-AD7C-464D00DF2458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7B7BD661-3DF3-43D4-9D69-CFEA178DE1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Na Antiguidade, a contabilidade era usada para controlar bens, tributos e estoques de forma prática e empírica.</a:t>
          </a:r>
          <a:endParaRPr lang="en-US"/>
        </a:p>
      </dgm:t>
    </dgm:pt>
    <dgm:pt modelId="{7497D014-D5AE-40E0-A6D8-77ACE89CE6E1}" type="parTrans" cxnId="{3F9927EF-5FE4-4F76-9156-A15B353A08DC}">
      <dgm:prSet/>
      <dgm:spPr/>
      <dgm:t>
        <a:bodyPr/>
        <a:lstStyle/>
        <a:p>
          <a:endParaRPr lang="en-US"/>
        </a:p>
      </dgm:t>
    </dgm:pt>
    <dgm:pt modelId="{BBEEDC25-9739-463D-A9AD-C173FE031736}" type="sibTrans" cxnId="{3F9927EF-5FE4-4F76-9156-A15B353A08DC}">
      <dgm:prSet/>
      <dgm:spPr/>
      <dgm:t>
        <a:bodyPr/>
        <a:lstStyle/>
        <a:p>
          <a:endParaRPr lang="en-US"/>
        </a:p>
      </dgm:t>
    </dgm:pt>
    <dgm:pt modelId="{273AF85C-332E-49D3-BEF6-6703D12A2FA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Práticas Contábeis nas Civilizações</a:t>
          </a:r>
          <a:endParaRPr lang="en-US"/>
        </a:p>
      </dgm:t>
    </dgm:pt>
    <dgm:pt modelId="{2A7F7F91-CF2E-4F29-8704-3B1EB8134696}" type="parTrans" cxnId="{2C49CF3B-5AF3-4AB6-9151-51E96DFE4655}">
      <dgm:prSet/>
      <dgm:spPr/>
      <dgm:t>
        <a:bodyPr/>
        <a:lstStyle/>
        <a:p>
          <a:endParaRPr lang="en-US"/>
        </a:p>
      </dgm:t>
    </dgm:pt>
    <dgm:pt modelId="{96E93EC4-EB2A-44A0-A94F-07F9164EF55C}" type="sibTrans" cxnId="{2C49CF3B-5AF3-4AB6-9151-51E96DFE4655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B4ADAD44-DD0E-4185-BBDC-5FA79F6A7B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Mesopotâmia, Egito e Roma utilizavam registros rudimentares para organizar economia e gestão patrimonial.</a:t>
          </a:r>
          <a:endParaRPr lang="en-US"/>
        </a:p>
      </dgm:t>
    </dgm:pt>
    <dgm:pt modelId="{FAD52666-14DB-4E3B-85CB-2127BD833101}" type="parTrans" cxnId="{A9B1DCCA-9BE1-4D66-95CC-FC3A3130F429}">
      <dgm:prSet/>
      <dgm:spPr/>
      <dgm:t>
        <a:bodyPr/>
        <a:lstStyle/>
        <a:p>
          <a:endParaRPr lang="en-US"/>
        </a:p>
      </dgm:t>
    </dgm:pt>
    <dgm:pt modelId="{2E8D3477-6B0A-4C7A-A5F2-AE7662C98068}" type="sibTrans" cxnId="{A9B1DCCA-9BE1-4D66-95CC-FC3A3130F429}">
      <dgm:prSet/>
      <dgm:spPr/>
      <dgm:t>
        <a:bodyPr/>
        <a:lstStyle/>
        <a:p>
          <a:endParaRPr lang="en-US"/>
        </a:p>
      </dgm:t>
    </dgm:pt>
    <dgm:pt modelId="{75827F2E-EE60-432C-B81B-FF28CD9C2A3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Importância Histórica</a:t>
          </a:r>
          <a:endParaRPr lang="en-US"/>
        </a:p>
      </dgm:t>
    </dgm:pt>
    <dgm:pt modelId="{C6A16A10-EA01-4D2A-8DAA-0D8A818A312D}" type="parTrans" cxnId="{02DCF58D-A598-4BFA-BF90-8BA8A7878591}">
      <dgm:prSet/>
      <dgm:spPr/>
      <dgm:t>
        <a:bodyPr/>
        <a:lstStyle/>
        <a:p>
          <a:endParaRPr lang="en-US"/>
        </a:p>
      </dgm:t>
    </dgm:pt>
    <dgm:pt modelId="{B30D9D53-6294-4D74-A955-55857CD10C02}" type="sibTrans" cxnId="{02DCF58D-A598-4BFA-BF90-8BA8A7878591}">
      <dgm:prSet/>
      <dgm:spPr/>
      <dgm:t>
        <a:bodyPr/>
        <a:lstStyle/>
        <a:p>
          <a:endParaRPr lang="en-US"/>
        </a:p>
      </dgm:t>
    </dgm:pt>
    <dgm:pt modelId="{5D95237E-F1B3-4A6A-AAB6-6B37E4B783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Esses registros foram fundamentais para o desenvolvimento social e político ao garantir o controle de recursos e tributos.</a:t>
          </a:r>
          <a:endParaRPr lang="en-US"/>
        </a:p>
      </dgm:t>
    </dgm:pt>
    <dgm:pt modelId="{C41B06AF-0248-4019-93B8-F2DE0537124C}" type="parTrans" cxnId="{203C217C-811F-4071-807A-DF968DED9F16}">
      <dgm:prSet/>
      <dgm:spPr/>
      <dgm:t>
        <a:bodyPr/>
        <a:lstStyle/>
        <a:p>
          <a:endParaRPr lang="en-US"/>
        </a:p>
      </dgm:t>
    </dgm:pt>
    <dgm:pt modelId="{D634A4AE-25BC-4C93-9977-F3CFB778CF47}" type="sibTrans" cxnId="{203C217C-811F-4071-807A-DF968DED9F16}">
      <dgm:prSet/>
      <dgm:spPr/>
      <dgm:t>
        <a:bodyPr/>
        <a:lstStyle/>
        <a:p>
          <a:endParaRPr lang="en-US"/>
        </a:p>
      </dgm:t>
    </dgm:pt>
    <dgm:pt modelId="{304C878C-9C83-4643-B920-2CCEA8231C9D}" type="pres">
      <dgm:prSet presAssocID="{81F25E48-8C48-452C-972C-BE6CC69F3DAE}" presName="Name0" presStyleCnt="0">
        <dgm:presLayoutVars>
          <dgm:dir/>
          <dgm:resizeHandles val="exact"/>
        </dgm:presLayoutVars>
      </dgm:prSet>
      <dgm:spPr/>
    </dgm:pt>
    <dgm:pt modelId="{EF3FE079-1B81-48B9-BF7A-D0E68D2DD3FA}" type="pres">
      <dgm:prSet presAssocID="{872A152E-5002-4CE1-9C81-C3710FD15EF6}" presName="compNode" presStyleCnt="0"/>
      <dgm:spPr/>
    </dgm:pt>
    <dgm:pt modelId="{71AE9AC9-5DFA-4937-8403-B7BE4D49A69B}" type="pres">
      <dgm:prSet presAssocID="{872A152E-5002-4CE1-9C81-C3710FD15EF6}" presName="pictRect" presStyleLbl="revTx" presStyleIdx="0" presStyleCnt="6">
        <dgm:presLayoutVars>
          <dgm:chMax val="0"/>
          <dgm:bulletEnabled/>
        </dgm:presLayoutVars>
      </dgm:prSet>
      <dgm:spPr/>
    </dgm:pt>
    <dgm:pt modelId="{ADE70EC5-FE09-41C0-B4F5-F9BB38F9A672}" type="pres">
      <dgm:prSet presAssocID="{872A152E-5002-4CE1-9C81-C3710FD15EF6}" presName="textRect" presStyleLbl="revTx" presStyleIdx="1" presStyleCnt="6">
        <dgm:presLayoutVars>
          <dgm:bulletEnabled/>
        </dgm:presLayoutVars>
      </dgm:prSet>
      <dgm:spPr/>
    </dgm:pt>
    <dgm:pt modelId="{85109C1B-BBD4-4FCD-B161-C6EDDCD2C926}" type="pres">
      <dgm:prSet presAssocID="{0D050A52-2F33-43D7-81E3-A98CE15E197C}" presName="sibTrans" presStyleLbl="sibTrans2D1" presStyleIdx="0" presStyleCnt="0"/>
      <dgm:spPr/>
    </dgm:pt>
    <dgm:pt modelId="{E3F98134-A75B-4CE7-80C8-504E3F20558D}" type="pres">
      <dgm:prSet presAssocID="{273AF85C-332E-49D3-BEF6-6703D12A2FA7}" presName="compNode" presStyleCnt="0"/>
      <dgm:spPr/>
    </dgm:pt>
    <dgm:pt modelId="{15F1B457-FD3A-4579-A911-F7DFFA6B572E}" type="pres">
      <dgm:prSet presAssocID="{273AF85C-332E-49D3-BEF6-6703D12A2FA7}" presName="pictRect" presStyleLbl="revTx" presStyleIdx="2" presStyleCnt="6">
        <dgm:presLayoutVars>
          <dgm:chMax val="0"/>
          <dgm:bulletEnabled/>
        </dgm:presLayoutVars>
      </dgm:prSet>
      <dgm:spPr/>
    </dgm:pt>
    <dgm:pt modelId="{0396AEEB-D68C-49A2-B282-380634FCCC63}" type="pres">
      <dgm:prSet presAssocID="{273AF85C-332E-49D3-BEF6-6703D12A2FA7}" presName="textRect" presStyleLbl="revTx" presStyleIdx="3" presStyleCnt="6">
        <dgm:presLayoutVars>
          <dgm:bulletEnabled/>
        </dgm:presLayoutVars>
      </dgm:prSet>
      <dgm:spPr/>
    </dgm:pt>
    <dgm:pt modelId="{7650EC28-24E3-4DBD-A9EB-317D39978602}" type="pres">
      <dgm:prSet presAssocID="{96E93EC4-EB2A-44A0-A94F-07F9164EF55C}" presName="sibTrans" presStyleLbl="sibTrans2D1" presStyleIdx="0" presStyleCnt="0"/>
      <dgm:spPr/>
    </dgm:pt>
    <dgm:pt modelId="{2CE96BB4-9794-46B0-85F5-B2C84EAF4C6E}" type="pres">
      <dgm:prSet presAssocID="{75827F2E-EE60-432C-B81B-FF28CD9C2A3C}" presName="compNode" presStyleCnt="0"/>
      <dgm:spPr/>
    </dgm:pt>
    <dgm:pt modelId="{32F4B453-9E95-4EA7-91F2-E1EC53308044}" type="pres">
      <dgm:prSet presAssocID="{75827F2E-EE60-432C-B81B-FF28CD9C2A3C}" presName="pictRect" presStyleLbl="revTx" presStyleIdx="4" presStyleCnt="6">
        <dgm:presLayoutVars>
          <dgm:chMax val="0"/>
          <dgm:bulletEnabled/>
        </dgm:presLayoutVars>
      </dgm:prSet>
      <dgm:spPr/>
    </dgm:pt>
    <dgm:pt modelId="{60F53DDC-D3CC-4536-9458-0F0A9CC275A8}" type="pres">
      <dgm:prSet presAssocID="{75827F2E-EE60-432C-B81B-FF28CD9C2A3C}" presName="textRect" presStyleLbl="revTx" presStyleIdx="5" presStyleCnt="6">
        <dgm:presLayoutVars>
          <dgm:bulletEnabled/>
        </dgm:presLayoutVars>
      </dgm:prSet>
      <dgm:spPr/>
    </dgm:pt>
  </dgm:ptLst>
  <dgm:cxnLst>
    <dgm:cxn modelId="{69C7331B-8B0D-4004-A214-319FFE904921}" type="presOf" srcId="{5D95237E-F1B3-4A6A-AAB6-6B37E4B783D5}" destId="{60F53DDC-D3CC-4536-9458-0F0A9CC275A8}" srcOrd="0" destOrd="0" presId="urn:microsoft.com/office/officeart/2024/3/layout/hArchList1"/>
    <dgm:cxn modelId="{4CF6A734-EB18-4CFA-BE81-6FEAE38FC3BA}" type="presOf" srcId="{96E93EC4-EB2A-44A0-A94F-07F9164EF55C}" destId="{7650EC28-24E3-4DBD-A9EB-317D39978602}" srcOrd="0" destOrd="0" presId="urn:microsoft.com/office/officeart/2024/3/layout/hArchList1"/>
    <dgm:cxn modelId="{2C49CF3B-5AF3-4AB6-9151-51E96DFE4655}" srcId="{81F25E48-8C48-452C-972C-BE6CC69F3DAE}" destId="{273AF85C-332E-49D3-BEF6-6703D12A2FA7}" srcOrd="1" destOrd="0" parTransId="{2A7F7F91-CF2E-4F29-8704-3B1EB8134696}" sibTransId="{96E93EC4-EB2A-44A0-A94F-07F9164EF55C}"/>
    <dgm:cxn modelId="{C0DECD41-9E9D-44F8-B65B-8F00440D20ED}" type="presOf" srcId="{75827F2E-EE60-432C-B81B-FF28CD9C2A3C}" destId="{32F4B453-9E95-4EA7-91F2-E1EC53308044}" srcOrd="0" destOrd="0" presId="urn:microsoft.com/office/officeart/2024/3/layout/hArchList1"/>
    <dgm:cxn modelId="{1F9A6772-A41C-4DBC-98D0-6788ED713D38}" type="presOf" srcId="{273AF85C-332E-49D3-BEF6-6703D12A2FA7}" destId="{15F1B457-FD3A-4579-A911-F7DFFA6B572E}" srcOrd="0" destOrd="0" presId="urn:microsoft.com/office/officeart/2024/3/layout/hArchList1"/>
    <dgm:cxn modelId="{203C217C-811F-4071-807A-DF968DED9F16}" srcId="{75827F2E-EE60-432C-B81B-FF28CD9C2A3C}" destId="{5D95237E-F1B3-4A6A-AAB6-6B37E4B783D5}" srcOrd="0" destOrd="0" parTransId="{C41B06AF-0248-4019-93B8-F2DE0537124C}" sibTransId="{D634A4AE-25BC-4C93-9977-F3CFB778CF47}"/>
    <dgm:cxn modelId="{02DCF58D-A598-4BFA-BF90-8BA8A7878591}" srcId="{81F25E48-8C48-452C-972C-BE6CC69F3DAE}" destId="{75827F2E-EE60-432C-B81B-FF28CD9C2A3C}" srcOrd="2" destOrd="0" parTransId="{C6A16A10-EA01-4D2A-8DAA-0D8A818A312D}" sibTransId="{B30D9D53-6294-4D74-A955-55857CD10C02}"/>
    <dgm:cxn modelId="{DDE61C93-ECCD-4E4F-9E9D-FE4C15E23F09}" type="presOf" srcId="{7B7BD661-3DF3-43D4-9D69-CFEA178DE14E}" destId="{ADE70EC5-FE09-41C0-B4F5-F9BB38F9A672}" srcOrd="0" destOrd="0" presId="urn:microsoft.com/office/officeart/2024/3/layout/hArchList1"/>
    <dgm:cxn modelId="{203F59A4-F620-47D2-AD7C-464D00DF2458}" srcId="{81F25E48-8C48-452C-972C-BE6CC69F3DAE}" destId="{872A152E-5002-4CE1-9C81-C3710FD15EF6}" srcOrd="0" destOrd="0" parTransId="{ED804D50-8909-433C-B2A7-3669EF367D26}" sibTransId="{0D050A52-2F33-43D7-81E3-A98CE15E197C}"/>
    <dgm:cxn modelId="{FC4C58AE-60E1-463D-84E6-FD95D2CDED2D}" type="presOf" srcId="{81F25E48-8C48-452C-972C-BE6CC69F3DAE}" destId="{304C878C-9C83-4643-B920-2CCEA8231C9D}" srcOrd="0" destOrd="0" presId="urn:microsoft.com/office/officeart/2024/3/layout/hArchList1"/>
    <dgm:cxn modelId="{A9B1DCCA-9BE1-4D66-95CC-FC3A3130F429}" srcId="{273AF85C-332E-49D3-BEF6-6703D12A2FA7}" destId="{B4ADAD44-DD0E-4185-BBDC-5FA79F6A7B89}" srcOrd="0" destOrd="0" parTransId="{FAD52666-14DB-4E3B-85CB-2127BD833101}" sibTransId="{2E8D3477-6B0A-4C7A-A5F2-AE7662C98068}"/>
    <dgm:cxn modelId="{FAADE9CC-7921-46DA-940A-5B2CBB206A14}" type="presOf" srcId="{0D050A52-2F33-43D7-81E3-A98CE15E197C}" destId="{85109C1B-BBD4-4FCD-B161-C6EDDCD2C926}" srcOrd="0" destOrd="0" presId="urn:microsoft.com/office/officeart/2024/3/layout/hArchList1"/>
    <dgm:cxn modelId="{92E8ACDD-6D08-42C3-B318-77279061734F}" type="presOf" srcId="{872A152E-5002-4CE1-9C81-C3710FD15EF6}" destId="{71AE9AC9-5DFA-4937-8403-B7BE4D49A69B}" srcOrd="0" destOrd="0" presId="urn:microsoft.com/office/officeart/2024/3/layout/hArchList1"/>
    <dgm:cxn modelId="{FF03BEE6-96B5-43EE-A4E1-A53CE868A00C}" type="presOf" srcId="{B4ADAD44-DD0E-4185-BBDC-5FA79F6A7B89}" destId="{0396AEEB-D68C-49A2-B282-380634FCCC63}" srcOrd="0" destOrd="0" presId="urn:microsoft.com/office/officeart/2024/3/layout/hArchList1"/>
    <dgm:cxn modelId="{3F9927EF-5FE4-4F76-9156-A15B353A08DC}" srcId="{872A152E-5002-4CE1-9C81-C3710FD15EF6}" destId="{7B7BD661-3DF3-43D4-9D69-CFEA178DE14E}" srcOrd="0" destOrd="0" parTransId="{7497D014-D5AE-40E0-A6D8-77ACE89CE6E1}" sibTransId="{BBEEDC25-9739-463D-A9AD-C173FE031736}"/>
    <dgm:cxn modelId="{80E1EBC3-E25E-45AD-8834-E1F733D09D63}" type="presParOf" srcId="{304C878C-9C83-4643-B920-2CCEA8231C9D}" destId="{EF3FE079-1B81-48B9-BF7A-D0E68D2DD3FA}" srcOrd="0" destOrd="0" presId="urn:microsoft.com/office/officeart/2024/3/layout/hArchList1"/>
    <dgm:cxn modelId="{BF39F66B-5D4E-477D-84D0-61FFF41F5E43}" type="presParOf" srcId="{EF3FE079-1B81-48B9-BF7A-D0E68D2DD3FA}" destId="{71AE9AC9-5DFA-4937-8403-B7BE4D49A69B}" srcOrd="0" destOrd="0" presId="urn:microsoft.com/office/officeart/2024/3/layout/hArchList1"/>
    <dgm:cxn modelId="{B150750B-A3D9-4AE4-B9D8-351EFEEA6139}" type="presParOf" srcId="{EF3FE079-1B81-48B9-BF7A-D0E68D2DD3FA}" destId="{ADE70EC5-FE09-41C0-B4F5-F9BB38F9A672}" srcOrd="1" destOrd="0" presId="urn:microsoft.com/office/officeart/2024/3/layout/hArchList1"/>
    <dgm:cxn modelId="{3D14E794-7FC4-49F8-823D-F3F2B5183526}" type="presParOf" srcId="{304C878C-9C83-4643-B920-2CCEA8231C9D}" destId="{85109C1B-BBD4-4FCD-B161-C6EDDCD2C926}" srcOrd="1" destOrd="0" presId="urn:microsoft.com/office/officeart/2024/3/layout/hArchList1"/>
    <dgm:cxn modelId="{9A5770C2-6909-4159-9F8E-7A915802EB58}" type="presParOf" srcId="{304C878C-9C83-4643-B920-2CCEA8231C9D}" destId="{E3F98134-A75B-4CE7-80C8-504E3F20558D}" srcOrd="2" destOrd="0" presId="urn:microsoft.com/office/officeart/2024/3/layout/hArchList1"/>
    <dgm:cxn modelId="{2E42D083-00E9-442F-A895-C378F68CFAA7}" type="presParOf" srcId="{E3F98134-A75B-4CE7-80C8-504E3F20558D}" destId="{15F1B457-FD3A-4579-A911-F7DFFA6B572E}" srcOrd="0" destOrd="0" presId="urn:microsoft.com/office/officeart/2024/3/layout/hArchList1"/>
    <dgm:cxn modelId="{9C7A71CF-4CC2-4230-8DF5-5BB0CEEAED21}" type="presParOf" srcId="{E3F98134-A75B-4CE7-80C8-504E3F20558D}" destId="{0396AEEB-D68C-49A2-B282-380634FCCC63}" srcOrd="1" destOrd="0" presId="urn:microsoft.com/office/officeart/2024/3/layout/hArchList1"/>
    <dgm:cxn modelId="{32F9806A-AC75-497C-9674-AB200D1F9CB1}" type="presParOf" srcId="{304C878C-9C83-4643-B920-2CCEA8231C9D}" destId="{7650EC28-24E3-4DBD-A9EB-317D39978602}" srcOrd="3" destOrd="0" presId="urn:microsoft.com/office/officeart/2024/3/layout/hArchList1"/>
    <dgm:cxn modelId="{225EBC14-F7E4-46A7-A6FD-9DFAC539ED57}" type="presParOf" srcId="{304C878C-9C83-4643-B920-2CCEA8231C9D}" destId="{2CE96BB4-9794-46B0-85F5-B2C84EAF4C6E}" srcOrd="4" destOrd="0" presId="urn:microsoft.com/office/officeart/2024/3/layout/hArchList1"/>
    <dgm:cxn modelId="{F3BB120D-8CFD-4534-B5D4-DDBA95FCF647}" type="presParOf" srcId="{2CE96BB4-9794-46B0-85F5-B2C84EAF4C6E}" destId="{32F4B453-9E95-4EA7-91F2-E1EC53308044}" srcOrd="0" destOrd="0" presId="urn:microsoft.com/office/officeart/2024/3/layout/hArchList1"/>
    <dgm:cxn modelId="{19412F00-2627-413F-A800-D99627A3BF43}" type="presParOf" srcId="{2CE96BB4-9794-46B0-85F5-B2C84EAF4C6E}" destId="{60F53DDC-D3CC-4536-9458-0F0A9CC275A8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4B1ACB-F9A0-44F9-8937-58AC4794A6E3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2785B7-B3AB-4F95-8993-0E50FB15781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Crescimento do Comércio Medieval</a:t>
          </a:r>
          <a:endParaRPr lang="en-US"/>
        </a:p>
      </dgm:t>
    </dgm:pt>
    <dgm:pt modelId="{23C18809-2392-4A6A-BBF3-4F58392B8FE0}" type="parTrans" cxnId="{228A4F8B-C263-4E01-8CAA-9100FEAEF731}">
      <dgm:prSet/>
      <dgm:spPr/>
      <dgm:t>
        <a:bodyPr/>
        <a:lstStyle/>
        <a:p>
          <a:endParaRPr lang="en-US"/>
        </a:p>
      </dgm:t>
    </dgm:pt>
    <dgm:pt modelId="{4795B0E1-35CF-4A95-A460-64F2427FC546}" type="sibTrans" cxnId="{228A4F8B-C263-4E01-8CAA-9100FEAEF731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813AA5A9-538F-4B8A-860D-4A3F10B761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O crescimento do comércio na Idade Média impulsionou a necessidade de métodos contábeis mais organizados e confiáveis.</a:t>
          </a:r>
          <a:endParaRPr lang="en-US"/>
        </a:p>
      </dgm:t>
    </dgm:pt>
    <dgm:pt modelId="{E9194897-7800-41D0-9311-20E2EF876190}" type="parTrans" cxnId="{FE3B21CB-073B-4A07-AFA4-E07EC52E1C96}">
      <dgm:prSet/>
      <dgm:spPr/>
      <dgm:t>
        <a:bodyPr/>
        <a:lstStyle/>
        <a:p>
          <a:endParaRPr lang="en-US"/>
        </a:p>
      </dgm:t>
    </dgm:pt>
    <dgm:pt modelId="{1E809775-ABBC-4DAA-80FC-8E90F646157B}" type="sibTrans" cxnId="{FE3B21CB-073B-4A07-AFA4-E07EC52E1C96}">
      <dgm:prSet/>
      <dgm:spPr/>
      <dgm:t>
        <a:bodyPr/>
        <a:lstStyle/>
        <a:p>
          <a:endParaRPr lang="en-US"/>
        </a:p>
      </dgm:t>
    </dgm:pt>
    <dgm:pt modelId="{6CC1FCFB-C575-47ED-BCD7-854905CA94F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Método das Partidas Dobradas</a:t>
          </a:r>
          <a:endParaRPr lang="en-US"/>
        </a:p>
      </dgm:t>
    </dgm:pt>
    <dgm:pt modelId="{E293EDF8-3128-4E75-A320-F99B3F7EB118}" type="parTrans" cxnId="{1F35D689-EE5E-4F19-B09B-0D11616CFB0E}">
      <dgm:prSet/>
      <dgm:spPr/>
      <dgm:t>
        <a:bodyPr/>
        <a:lstStyle/>
        <a:p>
          <a:endParaRPr lang="en-US"/>
        </a:p>
      </dgm:t>
    </dgm:pt>
    <dgm:pt modelId="{A1519E08-36E2-47C8-A28E-D47CEF2F7855}" type="sibTrans" cxnId="{1F35D689-EE5E-4F19-B09B-0D11616CFB0E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7F19E89E-59ED-4712-BD4E-47E07B6B9F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As partidas dobradas permitiram registrar débitos e créditos simultaneamente, aumentando a precisão contábil.</a:t>
          </a:r>
          <a:endParaRPr lang="en-US"/>
        </a:p>
      </dgm:t>
    </dgm:pt>
    <dgm:pt modelId="{F8A5C62E-8AF4-4F96-AE3E-1AF596F98217}" type="parTrans" cxnId="{240DD866-6B1F-4E4B-A373-54202385BB5B}">
      <dgm:prSet/>
      <dgm:spPr/>
      <dgm:t>
        <a:bodyPr/>
        <a:lstStyle/>
        <a:p>
          <a:endParaRPr lang="en-US"/>
        </a:p>
      </dgm:t>
    </dgm:pt>
    <dgm:pt modelId="{1C387C0C-0A41-4BB6-B487-62CAA5F62A61}" type="sibTrans" cxnId="{240DD866-6B1F-4E4B-A373-54202385BB5B}">
      <dgm:prSet/>
      <dgm:spPr/>
      <dgm:t>
        <a:bodyPr/>
        <a:lstStyle/>
        <a:p>
          <a:endParaRPr lang="en-US"/>
        </a:p>
      </dgm:t>
    </dgm:pt>
    <dgm:pt modelId="{B6823AF9-6393-44F1-A296-489E7F6ABCB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Contribuição de Luca Pacioli</a:t>
          </a:r>
          <a:endParaRPr lang="en-US"/>
        </a:p>
      </dgm:t>
    </dgm:pt>
    <dgm:pt modelId="{1E8C368F-EB0E-4929-9C03-60D62A271096}" type="parTrans" cxnId="{4C706353-6CB7-4283-BFAA-085ABB97F1F9}">
      <dgm:prSet/>
      <dgm:spPr/>
      <dgm:t>
        <a:bodyPr/>
        <a:lstStyle/>
        <a:p>
          <a:endParaRPr lang="en-US"/>
        </a:p>
      </dgm:t>
    </dgm:pt>
    <dgm:pt modelId="{B65D6681-7E00-4099-BC0C-E7ADE4EB5618}" type="sibTrans" cxnId="{4C706353-6CB7-4283-BFAA-085ABB97F1F9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A48B19CD-86EA-49A6-97EC-D35C650995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Luca Pacioli sistematizou o método das partidas dobradas no século XV, consolidando a contabilidade moderna.</a:t>
          </a:r>
          <a:endParaRPr lang="en-US"/>
        </a:p>
      </dgm:t>
    </dgm:pt>
    <dgm:pt modelId="{CAFE59C0-AB81-4007-83C9-910844CC8235}" type="parTrans" cxnId="{BB550E3A-3AA4-4D1B-8B90-0CB3A5501A4C}">
      <dgm:prSet/>
      <dgm:spPr/>
      <dgm:t>
        <a:bodyPr/>
        <a:lstStyle/>
        <a:p>
          <a:endParaRPr lang="en-US"/>
        </a:p>
      </dgm:t>
    </dgm:pt>
    <dgm:pt modelId="{95FCA683-148D-41A4-9980-8D4DA03C48C3}" type="sibTrans" cxnId="{BB550E3A-3AA4-4D1B-8B90-0CB3A5501A4C}">
      <dgm:prSet/>
      <dgm:spPr/>
      <dgm:t>
        <a:bodyPr/>
        <a:lstStyle/>
        <a:p>
          <a:endParaRPr lang="en-US"/>
        </a:p>
      </dgm:t>
    </dgm:pt>
    <dgm:pt modelId="{06082CF8-0009-43FB-9CA8-51CDE83010C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Transição para Técnica Estruturada</a:t>
          </a:r>
          <a:endParaRPr lang="en-US"/>
        </a:p>
      </dgm:t>
    </dgm:pt>
    <dgm:pt modelId="{DE9A3784-9E60-4ECA-8302-CD0F249AC0B3}" type="parTrans" cxnId="{2B015412-EACC-4439-90C1-2FF1B1FC3928}">
      <dgm:prSet/>
      <dgm:spPr/>
      <dgm:t>
        <a:bodyPr/>
        <a:lstStyle/>
        <a:p>
          <a:endParaRPr lang="en-US"/>
        </a:p>
      </dgm:t>
    </dgm:pt>
    <dgm:pt modelId="{BBD9848E-AC03-4C1E-A43C-9AF7388F3B58}" type="sibTrans" cxnId="{2B015412-EACC-4439-90C1-2FF1B1FC3928}">
      <dgm:prSet/>
      <dgm:spPr/>
      <dgm:t>
        <a:bodyPr/>
        <a:lstStyle/>
        <a:p>
          <a:endParaRPr lang="en-US"/>
        </a:p>
      </dgm:t>
    </dgm:pt>
    <dgm:pt modelId="{7014CE3B-F327-4F74-8CBD-6C428F94D1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 Idade Média marcou a passagem da contabilidade empírica para técnicas estruturadas alinhadas à economia crescente.</a:t>
          </a:r>
          <a:endParaRPr lang="en-US"/>
        </a:p>
      </dgm:t>
    </dgm:pt>
    <dgm:pt modelId="{B12BE585-B046-45A0-BB31-4101FAD82540}" type="parTrans" cxnId="{A01040DE-547E-49B2-8B82-6A117D87307F}">
      <dgm:prSet/>
      <dgm:spPr/>
      <dgm:t>
        <a:bodyPr/>
        <a:lstStyle/>
        <a:p>
          <a:endParaRPr lang="en-US"/>
        </a:p>
      </dgm:t>
    </dgm:pt>
    <dgm:pt modelId="{A1F5E61E-A09D-43BF-8459-E08E794C4F3A}" type="sibTrans" cxnId="{A01040DE-547E-49B2-8B82-6A117D87307F}">
      <dgm:prSet/>
      <dgm:spPr/>
      <dgm:t>
        <a:bodyPr/>
        <a:lstStyle/>
        <a:p>
          <a:endParaRPr lang="en-US"/>
        </a:p>
      </dgm:t>
    </dgm:pt>
    <dgm:pt modelId="{B6532EBE-5DAD-4226-9B1A-0E93FAD05BB8}" type="pres">
      <dgm:prSet presAssocID="{944B1ACB-F9A0-44F9-8937-58AC4794A6E3}" presName="Name0" presStyleCnt="0">
        <dgm:presLayoutVars>
          <dgm:dir/>
          <dgm:resizeHandles val="exact"/>
        </dgm:presLayoutVars>
      </dgm:prSet>
      <dgm:spPr/>
    </dgm:pt>
    <dgm:pt modelId="{1EA65FB4-C6A0-4A02-84CE-10760DE859E0}" type="pres">
      <dgm:prSet presAssocID="{B82785B7-B3AB-4F95-8993-0E50FB157819}" presName="compNode" presStyleCnt="0"/>
      <dgm:spPr/>
    </dgm:pt>
    <dgm:pt modelId="{F2D48096-E771-4AE6-9914-9C761200A842}" type="pres">
      <dgm:prSet presAssocID="{B82785B7-B3AB-4F95-8993-0E50FB157819}" presName="pictRect" presStyleLbl="revTx" presStyleIdx="0" presStyleCnt="8">
        <dgm:presLayoutVars>
          <dgm:chMax val="0"/>
          <dgm:bulletEnabled/>
        </dgm:presLayoutVars>
      </dgm:prSet>
      <dgm:spPr/>
    </dgm:pt>
    <dgm:pt modelId="{25046806-86CA-49C4-8C0C-BAB107CF0B08}" type="pres">
      <dgm:prSet presAssocID="{B82785B7-B3AB-4F95-8993-0E50FB157819}" presName="textRect" presStyleLbl="revTx" presStyleIdx="1" presStyleCnt="8">
        <dgm:presLayoutVars>
          <dgm:bulletEnabled/>
        </dgm:presLayoutVars>
      </dgm:prSet>
      <dgm:spPr/>
    </dgm:pt>
    <dgm:pt modelId="{3668D43C-6551-488A-B30E-0A89BDC4AF46}" type="pres">
      <dgm:prSet presAssocID="{4795B0E1-35CF-4A95-A460-64F2427FC546}" presName="sibTrans" presStyleLbl="sibTrans2D1" presStyleIdx="0" presStyleCnt="0"/>
      <dgm:spPr/>
    </dgm:pt>
    <dgm:pt modelId="{225A5ADE-C50D-4BA8-8414-72E165E195F6}" type="pres">
      <dgm:prSet presAssocID="{6CC1FCFB-C575-47ED-BCD7-854905CA94F2}" presName="compNode" presStyleCnt="0"/>
      <dgm:spPr/>
    </dgm:pt>
    <dgm:pt modelId="{C053A0AF-3024-44BE-8712-EED88938A80A}" type="pres">
      <dgm:prSet presAssocID="{6CC1FCFB-C575-47ED-BCD7-854905CA94F2}" presName="pictRect" presStyleLbl="revTx" presStyleIdx="2" presStyleCnt="8">
        <dgm:presLayoutVars>
          <dgm:chMax val="0"/>
          <dgm:bulletEnabled/>
        </dgm:presLayoutVars>
      </dgm:prSet>
      <dgm:spPr/>
    </dgm:pt>
    <dgm:pt modelId="{C963557D-1CD7-4296-938A-03838B84923E}" type="pres">
      <dgm:prSet presAssocID="{6CC1FCFB-C575-47ED-BCD7-854905CA94F2}" presName="textRect" presStyleLbl="revTx" presStyleIdx="3" presStyleCnt="8">
        <dgm:presLayoutVars>
          <dgm:bulletEnabled/>
        </dgm:presLayoutVars>
      </dgm:prSet>
      <dgm:spPr/>
    </dgm:pt>
    <dgm:pt modelId="{25E4963E-1944-4098-9685-FECEBD1062EC}" type="pres">
      <dgm:prSet presAssocID="{A1519E08-36E2-47C8-A28E-D47CEF2F7855}" presName="sibTrans" presStyleLbl="sibTrans2D1" presStyleIdx="0" presStyleCnt="0"/>
      <dgm:spPr/>
    </dgm:pt>
    <dgm:pt modelId="{B5D7F87C-F9A2-4C1C-B102-01E33941AF10}" type="pres">
      <dgm:prSet presAssocID="{B6823AF9-6393-44F1-A296-489E7F6ABCBC}" presName="compNode" presStyleCnt="0"/>
      <dgm:spPr/>
    </dgm:pt>
    <dgm:pt modelId="{FC0D4795-B03D-4B76-A1B5-F03E62FCCDEC}" type="pres">
      <dgm:prSet presAssocID="{B6823AF9-6393-44F1-A296-489E7F6ABCBC}" presName="pictRect" presStyleLbl="revTx" presStyleIdx="4" presStyleCnt="8">
        <dgm:presLayoutVars>
          <dgm:chMax val="0"/>
          <dgm:bulletEnabled/>
        </dgm:presLayoutVars>
      </dgm:prSet>
      <dgm:spPr/>
    </dgm:pt>
    <dgm:pt modelId="{DA978811-067C-4C6C-876E-B82F5A8FD233}" type="pres">
      <dgm:prSet presAssocID="{B6823AF9-6393-44F1-A296-489E7F6ABCBC}" presName="textRect" presStyleLbl="revTx" presStyleIdx="5" presStyleCnt="8">
        <dgm:presLayoutVars>
          <dgm:bulletEnabled/>
        </dgm:presLayoutVars>
      </dgm:prSet>
      <dgm:spPr/>
    </dgm:pt>
    <dgm:pt modelId="{7F3162C9-60E4-4B73-8BB5-F13D90735481}" type="pres">
      <dgm:prSet presAssocID="{B65D6681-7E00-4099-BC0C-E7ADE4EB5618}" presName="sibTrans" presStyleLbl="sibTrans2D1" presStyleIdx="0" presStyleCnt="0"/>
      <dgm:spPr/>
    </dgm:pt>
    <dgm:pt modelId="{ECA42DD6-17FA-483A-B28B-FAD2EDFA40D2}" type="pres">
      <dgm:prSet presAssocID="{06082CF8-0009-43FB-9CA8-51CDE83010CD}" presName="compNode" presStyleCnt="0"/>
      <dgm:spPr/>
    </dgm:pt>
    <dgm:pt modelId="{FFF6CB1C-47F8-488A-9E0B-525E629F2F0E}" type="pres">
      <dgm:prSet presAssocID="{06082CF8-0009-43FB-9CA8-51CDE83010CD}" presName="pictRect" presStyleLbl="revTx" presStyleIdx="6" presStyleCnt="8">
        <dgm:presLayoutVars>
          <dgm:chMax val="0"/>
          <dgm:bulletEnabled/>
        </dgm:presLayoutVars>
      </dgm:prSet>
      <dgm:spPr/>
    </dgm:pt>
    <dgm:pt modelId="{840D6D32-E690-4493-9A76-155B4D115338}" type="pres">
      <dgm:prSet presAssocID="{06082CF8-0009-43FB-9CA8-51CDE83010CD}" presName="textRect" presStyleLbl="revTx" presStyleIdx="7" presStyleCnt="8">
        <dgm:presLayoutVars>
          <dgm:bulletEnabled/>
        </dgm:presLayoutVars>
      </dgm:prSet>
      <dgm:spPr/>
    </dgm:pt>
  </dgm:ptLst>
  <dgm:cxnLst>
    <dgm:cxn modelId="{E0BD3805-A0EB-4C47-AD20-57CF331C33DF}" type="presOf" srcId="{813AA5A9-538F-4B8A-860D-4A3F10B761EC}" destId="{25046806-86CA-49C4-8C0C-BAB107CF0B08}" srcOrd="0" destOrd="0" presId="urn:microsoft.com/office/officeart/2024/3/layout/hArchList1"/>
    <dgm:cxn modelId="{2B015412-EACC-4439-90C1-2FF1B1FC3928}" srcId="{944B1ACB-F9A0-44F9-8937-58AC4794A6E3}" destId="{06082CF8-0009-43FB-9CA8-51CDE83010CD}" srcOrd="3" destOrd="0" parTransId="{DE9A3784-9E60-4ECA-8302-CD0F249AC0B3}" sibTransId="{BBD9848E-AC03-4C1E-A43C-9AF7388F3B58}"/>
    <dgm:cxn modelId="{BB550E3A-3AA4-4D1B-8B90-0CB3A5501A4C}" srcId="{B6823AF9-6393-44F1-A296-489E7F6ABCBC}" destId="{A48B19CD-86EA-49A6-97EC-D35C6509956C}" srcOrd="0" destOrd="0" parTransId="{CAFE59C0-AB81-4007-83C9-910844CC8235}" sibTransId="{95FCA683-148D-41A4-9980-8D4DA03C48C3}"/>
    <dgm:cxn modelId="{BFCE7B65-1BFB-4181-8EC8-F6DF257E3346}" type="presOf" srcId="{944B1ACB-F9A0-44F9-8937-58AC4794A6E3}" destId="{B6532EBE-5DAD-4226-9B1A-0E93FAD05BB8}" srcOrd="0" destOrd="0" presId="urn:microsoft.com/office/officeart/2024/3/layout/hArchList1"/>
    <dgm:cxn modelId="{240DD866-6B1F-4E4B-A373-54202385BB5B}" srcId="{6CC1FCFB-C575-47ED-BCD7-854905CA94F2}" destId="{7F19E89E-59ED-4712-BD4E-47E07B6B9FBB}" srcOrd="0" destOrd="0" parTransId="{F8A5C62E-8AF4-4F96-AE3E-1AF596F98217}" sibTransId="{1C387C0C-0A41-4BB6-B487-62CAA5F62A61}"/>
    <dgm:cxn modelId="{4C706353-6CB7-4283-BFAA-085ABB97F1F9}" srcId="{944B1ACB-F9A0-44F9-8937-58AC4794A6E3}" destId="{B6823AF9-6393-44F1-A296-489E7F6ABCBC}" srcOrd="2" destOrd="0" parTransId="{1E8C368F-EB0E-4929-9C03-60D62A271096}" sibTransId="{B65D6681-7E00-4099-BC0C-E7ADE4EB5618}"/>
    <dgm:cxn modelId="{B6EBAC7D-340C-4B4A-9E68-5F805C91FA26}" type="presOf" srcId="{B6823AF9-6393-44F1-A296-489E7F6ABCBC}" destId="{FC0D4795-B03D-4B76-A1B5-F03E62FCCDEC}" srcOrd="0" destOrd="0" presId="urn:microsoft.com/office/officeart/2024/3/layout/hArchList1"/>
    <dgm:cxn modelId="{04542C82-2CC8-44BA-ABCE-AFFD76F94814}" type="presOf" srcId="{6CC1FCFB-C575-47ED-BCD7-854905CA94F2}" destId="{C053A0AF-3024-44BE-8712-EED88938A80A}" srcOrd="0" destOrd="0" presId="urn:microsoft.com/office/officeart/2024/3/layout/hArchList1"/>
    <dgm:cxn modelId="{1F35D689-EE5E-4F19-B09B-0D11616CFB0E}" srcId="{944B1ACB-F9A0-44F9-8937-58AC4794A6E3}" destId="{6CC1FCFB-C575-47ED-BCD7-854905CA94F2}" srcOrd="1" destOrd="0" parTransId="{E293EDF8-3128-4E75-A320-F99B3F7EB118}" sibTransId="{A1519E08-36E2-47C8-A28E-D47CEF2F7855}"/>
    <dgm:cxn modelId="{228A4F8B-C263-4E01-8CAA-9100FEAEF731}" srcId="{944B1ACB-F9A0-44F9-8937-58AC4794A6E3}" destId="{B82785B7-B3AB-4F95-8993-0E50FB157819}" srcOrd="0" destOrd="0" parTransId="{23C18809-2392-4A6A-BBF3-4F58392B8FE0}" sibTransId="{4795B0E1-35CF-4A95-A460-64F2427FC546}"/>
    <dgm:cxn modelId="{CC1751A6-F28A-4DC8-9EC7-9B0AB5C29FA4}" type="presOf" srcId="{7014CE3B-F327-4F74-8CBD-6C428F94D193}" destId="{840D6D32-E690-4493-9A76-155B4D115338}" srcOrd="0" destOrd="0" presId="urn:microsoft.com/office/officeart/2024/3/layout/hArchList1"/>
    <dgm:cxn modelId="{D30ADBB8-7D93-40E8-9691-D2CEF2C006B4}" type="presOf" srcId="{7F19E89E-59ED-4712-BD4E-47E07B6B9FBB}" destId="{C963557D-1CD7-4296-938A-03838B84923E}" srcOrd="0" destOrd="0" presId="urn:microsoft.com/office/officeart/2024/3/layout/hArchList1"/>
    <dgm:cxn modelId="{49DBB0C2-47CA-4A84-A474-0D28370DF695}" type="presOf" srcId="{A48B19CD-86EA-49A6-97EC-D35C6509956C}" destId="{DA978811-067C-4C6C-876E-B82F5A8FD233}" srcOrd="0" destOrd="0" presId="urn:microsoft.com/office/officeart/2024/3/layout/hArchList1"/>
    <dgm:cxn modelId="{FE3B21CB-073B-4A07-AFA4-E07EC52E1C96}" srcId="{B82785B7-B3AB-4F95-8993-0E50FB157819}" destId="{813AA5A9-538F-4B8A-860D-4A3F10B761EC}" srcOrd="0" destOrd="0" parTransId="{E9194897-7800-41D0-9311-20E2EF876190}" sibTransId="{1E809775-ABBC-4DAA-80FC-8E90F646157B}"/>
    <dgm:cxn modelId="{871FA1D4-91A6-4214-AE8D-26A48D6B2D46}" type="presOf" srcId="{B82785B7-B3AB-4F95-8993-0E50FB157819}" destId="{F2D48096-E771-4AE6-9914-9C761200A842}" srcOrd="0" destOrd="0" presId="urn:microsoft.com/office/officeart/2024/3/layout/hArchList1"/>
    <dgm:cxn modelId="{A01040DE-547E-49B2-8B82-6A117D87307F}" srcId="{06082CF8-0009-43FB-9CA8-51CDE83010CD}" destId="{7014CE3B-F327-4F74-8CBD-6C428F94D193}" srcOrd="0" destOrd="0" parTransId="{B12BE585-B046-45A0-BB31-4101FAD82540}" sibTransId="{A1F5E61E-A09D-43BF-8459-E08E794C4F3A}"/>
    <dgm:cxn modelId="{461D35DF-2FE2-4E4D-BD40-708960ABB7FA}" type="presOf" srcId="{06082CF8-0009-43FB-9CA8-51CDE83010CD}" destId="{FFF6CB1C-47F8-488A-9E0B-525E629F2F0E}" srcOrd="0" destOrd="0" presId="urn:microsoft.com/office/officeart/2024/3/layout/hArchList1"/>
    <dgm:cxn modelId="{127273F4-F69A-4859-826F-A4CE5D2C82CC}" type="presOf" srcId="{B65D6681-7E00-4099-BC0C-E7ADE4EB5618}" destId="{7F3162C9-60E4-4B73-8BB5-F13D90735481}" srcOrd="0" destOrd="0" presId="urn:microsoft.com/office/officeart/2024/3/layout/hArchList1"/>
    <dgm:cxn modelId="{DB0FD4F4-D400-4157-AB8E-6FFA1600B94E}" type="presOf" srcId="{A1519E08-36E2-47C8-A28E-D47CEF2F7855}" destId="{25E4963E-1944-4098-9685-FECEBD1062EC}" srcOrd="0" destOrd="0" presId="urn:microsoft.com/office/officeart/2024/3/layout/hArchList1"/>
    <dgm:cxn modelId="{2278D8FB-DE49-4EAF-8F23-EB1B2E545A27}" type="presOf" srcId="{4795B0E1-35CF-4A95-A460-64F2427FC546}" destId="{3668D43C-6551-488A-B30E-0A89BDC4AF46}" srcOrd="0" destOrd="0" presId="urn:microsoft.com/office/officeart/2024/3/layout/hArchList1"/>
    <dgm:cxn modelId="{2EBB5A6A-DB61-450A-84AC-0865236EEFD4}" type="presParOf" srcId="{B6532EBE-5DAD-4226-9B1A-0E93FAD05BB8}" destId="{1EA65FB4-C6A0-4A02-84CE-10760DE859E0}" srcOrd="0" destOrd="0" presId="urn:microsoft.com/office/officeart/2024/3/layout/hArchList1"/>
    <dgm:cxn modelId="{2067CBC9-4C30-4941-B6C3-CC2496421248}" type="presParOf" srcId="{1EA65FB4-C6A0-4A02-84CE-10760DE859E0}" destId="{F2D48096-E771-4AE6-9914-9C761200A842}" srcOrd="0" destOrd="0" presId="urn:microsoft.com/office/officeart/2024/3/layout/hArchList1"/>
    <dgm:cxn modelId="{30682D44-A2BF-4EDA-8363-6605CB4DE8F9}" type="presParOf" srcId="{1EA65FB4-C6A0-4A02-84CE-10760DE859E0}" destId="{25046806-86CA-49C4-8C0C-BAB107CF0B08}" srcOrd="1" destOrd="0" presId="urn:microsoft.com/office/officeart/2024/3/layout/hArchList1"/>
    <dgm:cxn modelId="{C6929C78-DDA3-43B6-984C-73573476B2DB}" type="presParOf" srcId="{B6532EBE-5DAD-4226-9B1A-0E93FAD05BB8}" destId="{3668D43C-6551-488A-B30E-0A89BDC4AF46}" srcOrd="1" destOrd="0" presId="urn:microsoft.com/office/officeart/2024/3/layout/hArchList1"/>
    <dgm:cxn modelId="{589CC9C5-7905-4DB7-8288-87A606EC291D}" type="presParOf" srcId="{B6532EBE-5DAD-4226-9B1A-0E93FAD05BB8}" destId="{225A5ADE-C50D-4BA8-8414-72E165E195F6}" srcOrd="2" destOrd="0" presId="urn:microsoft.com/office/officeart/2024/3/layout/hArchList1"/>
    <dgm:cxn modelId="{7D7214FD-8AD2-4FBC-92BB-B55E8B510310}" type="presParOf" srcId="{225A5ADE-C50D-4BA8-8414-72E165E195F6}" destId="{C053A0AF-3024-44BE-8712-EED88938A80A}" srcOrd="0" destOrd="0" presId="urn:microsoft.com/office/officeart/2024/3/layout/hArchList1"/>
    <dgm:cxn modelId="{4968A009-520F-4E52-BC12-DF8DDFA98C18}" type="presParOf" srcId="{225A5ADE-C50D-4BA8-8414-72E165E195F6}" destId="{C963557D-1CD7-4296-938A-03838B84923E}" srcOrd="1" destOrd="0" presId="urn:microsoft.com/office/officeart/2024/3/layout/hArchList1"/>
    <dgm:cxn modelId="{9F1A7E74-DB07-4720-8C09-7D95B6FBD350}" type="presParOf" srcId="{B6532EBE-5DAD-4226-9B1A-0E93FAD05BB8}" destId="{25E4963E-1944-4098-9685-FECEBD1062EC}" srcOrd="3" destOrd="0" presId="urn:microsoft.com/office/officeart/2024/3/layout/hArchList1"/>
    <dgm:cxn modelId="{5DBF93C1-72C9-4456-BDB5-BE617D0D8CD9}" type="presParOf" srcId="{B6532EBE-5DAD-4226-9B1A-0E93FAD05BB8}" destId="{B5D7F87C-F9A2-4C1C-B102-01E33941AF10}" srcOrd="4" destOrd="0" presId="urn:microsoft.com/office/officeart/2024/3/layout/hArchList1"/>
    <dgm:cxn modelId="{C2B82E8F-D5BE-444D-BF72-3E85FAFA5123}" type="presParOf" srcId="{B5D7F87C-F9A2-4C1C-B102-01E33941AF10}" destId="{FC0D4795-B03D-4B76-A1B5-F03E62FCCDEC}" srcOrd="0" destOrd="0" presId="urn:microsoft.com/office/officeart/2024/3/layout/hArchList1"/>
    <dgm:cxn modelId="{52E8AE0F-58B0-411F-9BA3-EF006C654041}" type="presParOf" srcId="{B5D7F87C-F9A2-4C1C-B102-01E33941AF10}" destId="{DA978811-067C-4C6C-876E-B82F5A8FD233}" srcOrd="1" destOrd="0" presId="urn:microsoft.com/office/officeart/2024/3/layout/hArchList1"/>
    <dgm:cxn modelId="{B1168558-6D49-492B-8C8A-B1A783CDF5DE}" type="presParOf" srcId="{B6532EBE-5DAD-4226-9B1A-0E93FAD05BB8}" destId="{7F3162C9-60E4-4B73-8BB5-F13D90735481}" srcOrd="5" destOrd="0" presId="urn:microsoft.com/office/officeart/2024/3/layout/hArchList1"/>
    <dgm:cxn modelId="{4A7DA304-8804-4301-8FBC-48E6AB9C9A2E}" type="presParOf" srcId="{B6532EBE-5DAD-4226-9B1A-0E93FAD05BB8}" destId="{ECA42DD6-17FA-483A-B28B-FAD2EDFA40D2}" srcOrd="6" destOrd="0" presId="urn:microsoft.com/office/officeart/2024/3/layout/hArchList1"/>
    <dgm:cxn modelId="{D5A7DDFA-7E4F-4850-A38F-E00A054A2D87}" type="presParOf" srcId="{ECA42DD6-17FA-483A-B28B-FAD2EDFA40D2}" destId="{FFF6CB1C-47F8-488A-9E0B-525E629F2F0E}" srcOrd="0" destOrd="0" presId="urn:microsoft.com/office/officeart/2024/3/layout/hArchList1"/>
    <dgm:cxn modelId="{D209E59B-8448-48FE-AEB5-4FD74E42AB90}" type="presParOf" srcId="{ECA42DD6-17FA-483A-B28B-FAD2EDFA40D2}" destId="{840D6D32-E690-4493-9A76-155B4D115338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86EE5EA-800D-4BC1-911F-ED373722E317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54F273-8B1D-4B65-AB14-57813FEA38D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Expansão do Comércio e Capitalismo</a:t>
          </a:r>
          <a:endParaRPr lang="en-US"/>
        </a:p>
      </dgm:t>
    </dgm:pt>
    <dgm:pt modelId="{EF6484E7-89F8-4D6B-9E60-8BA10BEFF0BD}" type="parTrans" cxnId="{6848AD29-2C3D-4F07-B792-3384E4419C4E}">
      <dgm:prSet/>
      <dgm:spPr/>
      <dgm:t>
        <a:bodyPr/>
        <a:lstStyle/>
        <a:p>
          <a:endParaRPr lang="en-US"/>
        </a:p>
      </dgm:t>
    </dgm:pt>
    <dgm:pt modelId="{8B57635E-BBD3-4FEA-A0DE-01AC0A515C87}" type="sibTrans" cxnId="{6848AD29-2C3D-4F07-B792-3384E4419C4E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BF23A0E7-A601-47A8-B9EB-3EB52C23FD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 contabilidade evoluiu junto com o comércio internacional e o fortalecimento do capitalismo, ganhando importância nas empresas.</a:t>
          </a:r>
          <a:endParaRPr lang="en-US"/>
        </a:p>
      </dgm:t>
    </dgm:pt>
    <dgm:pt modelId="{F5D35B98-2AD4-4A40-8470-452E187B75CA}" type="parTrans" cxnId="{8B6E112E-5F7C-4FF3-A519-C91A15D3C44A}">
      <dgm:prSet/>
      <dgm:spPr/>
      <dgm:t>
        <a:bodyPr/>
        <a:lstStyle/>
        <a:p>
          <a:endParaRPr lang="en-US"/>
        </a:p>
      </dgm:t>
    </dgm:pt>
    <dgm:pt modelId="{5E9929BF-8A73-4399-A52E-B9101DB3F409}" type="sibTrans" cxnId="{8B6E112E-5F7C-4FF3-A519-C91A15D3C44A}">
      <dgm:prSet/>
      <dgm:spPr/>
      <dgm:t>
        <a:bodyPr/>
        <a:lstStyle/>
        <a:p>
          <a:endParaRPr lang="en-US"/>
        </a:p>
      </dgm:t>
    </dgm:pt>
    <dgm:pt modelId="{AA8758C5-09F1-41B0-B895-C78BD7C3707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Impacto da Revolução Industrial</a:t>
          </a:r>
          <a:endParaRPr lang="en-US"/>
        </a:p>
      </dgm:t>
    </dgm:pt>
    <dgm:pt modelId="{43833E77-443A-4F8F-B52D-1F4EBC168112}" type="parTrans" cxnId="{48357E2C-5B87-40A9-9091-6E0F432115E9}">
      <dgm:prSet/>
      <dgm:spPr/>
      <dgm:t>
        <a:bodyPr/>
        <a:lstStyle/>
        <a:p>
          <a:endParaRPr lang="en-US"/>
        </a:p>
      </dgm:t>
    </dgm:pt>
    <dgm:pt modelId="{6879DDBB-63E8-4FA4-A07B-9793DFD5B739}" type="sibTrans" cxnId="{48357E2C-5B87-40A9-9091-6E0F432115E9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BBD4525E-182E-438E-9180-79C4A492BD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 Revolução Industrial aumentou a complexidade econômica, exigindo controles contábeis mais rigorosos e padronizados.</a:t>
          </a:r>
          <a:endParaRPr lang="en-US"/>
        </a:p>
      </dgm:t>
    </dgm:pt>
    <dgm:pt modelId="{2089C741-49BE-4777-B8F6-A6D176B1570C}" type="parTrans" cxnId="{C97ADD6A-CBE8-4FCF-B4CE-E400C551AA9E}">
      <dgm:prSet/>
      <dgm:spPr/>
      <dgm:t>
        <a:bodyPr/>
        <a:lstStyle/>
        <a:p>
          <a:endParaRPr lang="en-US"/>
        </a:p>
      </dgm:t>
    </dgm:pt>
    <dgm:pt modelId="{30730A8B-1BAB-4EB6-9F9F-1210323B825E}" type="sibTrans" cxnId="{C97ADD6A-CBE8-4FCF-B4CE-E400C551AA9E}">
      <dgm:prSet/>
      <dgm:spPr/>
      <dgm:t>
        <a:bodyPr/>
        <a:lstStyle/>
        <a:p>
          <a:endParaRPr lang="en-US"/>
        </a:p>
      </dgm:t>
    </dgm:pt>
    <dgm:pt modelId="{24EF7788-EF13-4F90-9938-F2C7E007B94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Normas e Princípios Contábeis</a:t>
          </a:r>
          <a:endParaRPr lang="en-US"/>
        </a:p>
      </dgm:t>
    </dgm:pt>
    <dgm:pt modelId="{1D0BD4DC-EDF4-491D-9E8D-AE8F60D8031C}" type="parTrans" cxnId="{93FFFE71-0651-417A-98B0-D271454C6676}">
      <dgm:prSet/>
      <dgm:spPr/>
      <dgm:t>
        <a:bodyPr/>
        <a:lstStyle/>
        <a:p>
          <a:endParaRPr lang="en-US"/>
        </a:p>
      </dgm:t>
    </dgm:pt>
    <dgm:pt modelId="{C6913911-6B3C-4CFE-9253-4C7C53E1B5AB}" type="sibTrans" cxnId="{93FFFE71-0651-417A-98B0-D271454C6676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8A4CA97A-D13D-4A29-B130-5AA72EE3A3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Foram criadas normas para representar a realidade financeira, transformando a contabilidade em ferramenta estratégica.</a:t>
          </a:r>
          <a:endParaRPr lang="en-US"/>
        </a:p>
      </dgm:t>
    </dgm:pt>
    <dgm:pt modelId="{B344944C-4626-4D38-98F2-1C52C7D2DEAF}" type="parTrans" cxnId="{6F64469C-B793-4B09-A46E-E7C437D414A0}">
      <dgm:prSet/>
      <dgm:spPr/>
      <dgm:t>
        <a:bodyPr/>
        <a:lstStyle/>
        <a:p>
          <a:endParaRPr lang="en-US"/>
        </a:p>
      </dgm:t>
    </dgm:pt>
    <dgm:pt modelId="{CA707AF0-9912-4ADB-8313-5DC570B77BE2}" type="sibTrans" cxnId="{6F64469C-B793-4B09-A46E-E7C437D414A0}">
      <dgm:prSet/>
      <dgm:spPr/>
      <dgm:t>
        <a:bodyPr/>
        <a:lstStyle/>
        <a:p>
          <a:endParaRPr lang="en-US"/>
        </a:p>
      </dgm:t>
    </dgm:pt>
    <dgm:pt modelId="{734227D8-9C9F-4D7E-8A74-429FABB01BB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Desenvolvimento das Escolas Contábeis</a:t>
          </a:r>
          <a:endParaRPr lang="en-US"/>
        </a:p>
      </dgm:t>
    </dgm:pt>
    <dgm:pt modelId="{9660657E-0C88-4E26-8F31-E9C5FBADAB8A}" type="parTrans" cxnId="{29402B81-2AFD-41BB-BD2D-E30B3BDA39FE}">
      <dgm:prSet/>
      <dgm:spPr/>
      <dgm:t>
        <a:bodyPr/>
        <a:lstStyle/>
        <a:p>
          <a:endParaRPr lang="en-US"/>
        </a:p>
      </dgm:t>
    </dgm:pt>
    <dgm:pt modelId="{890180C0-C0CE-4DA3-ABAB-99A458569ABD}" type="sibTrans" cxnId="{29402B81-2AFD-41BB-BD2D-E30B3BDA39FE}">
      <dgm:prSet/>
      <dgm:spPr/>
      <dgm:t>
        <a:bodyPr/>
        <a:lstStyle/>
        <a:p>
          <a:endParaRPr lang="en-US"/>
        </a:p>
      </dgm:t>
    </dgm:pt>
    <dgm:pt modelId="{51929505-6D53-4DCD-A713-C3EF1A83C2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As primeiras escolas contábeis surgiram para fundamentar teoricamente as práticas adotadas na contabilidade moderna.</a:t>
          </a:r>
          <a:endParaRPr lang="en-US"/>
        </a:p>
      </dgm:t>
    </dgm:pt>
    <dgm:pt modelId="{3DC93B1B-59A2-4DD7-B6B6-588B33F19A11}" type="parTrans" cxnId="{B20E3C66-D21C-4568-93A8-FBD09011AFC6}">
      <dgm:prSet/>
      <dgm:spPr/>
      <dgm:t>
        <a:bodyPr/>
        <a:lstStyle/>
        <a:p>
          <a:endParaRPr lang="en-US"/>
        </a:p>
      </dgm:t>
    </dgm:pt>
    <dgm:pt modelId="{06568B1D-9675-4B40-8CA5-BDDBA3298AF1}" type="sibTrans" cxnId="{B20E3C66-D21C-4568-93A8-FBD09011AFC6}">
      <dgm:prSet/>
      <dgm:spPr/>
      <dgm:t>
        <a:bodyPr/>
        <a:lstStyle/>
        <a:p>
          <a:endParaRPr lang="en-US"/>
        </a:p>
      </dgm:t>
    </dgm:pt>
    <dgm:pt modelId="{E9F54B77-B32A-4D2D-B1D1-DD442BB09371}" type="pres">
      <dgm:prSet presAssocID="{B86EE5EA-800D-4BC1-911F-ED373722E317}" presName="Name0" presStyleCnt="0">
        <dgm:presLayoutVars>
          <dgm:dir/>
          <dgm:resizeHandles val="exact"/>
        </dgm:presLayoutVars>
      </dgm:prSet>
      <dgm:spPr/>
    </dgm:pt>
    <dgm:pt modelId="{09486152-B140-4C04-A6E1-AFDD886632E3}" type="pres">
      <dgm:prSet presAssocID="{F754F273-8B1D-4B65-AB14-57813FEA38DA}" presName="compNode" presStyleCnt="0"/>
      <dgm:spPr/>
    </dgm:pt>
    <dgm:pt modelId="{6A2CC886-DE2F-4DD6-BDB6-D880444A5A1C}" type="pres">
      <dgm:prSet presAssocID="{F754F273-8B1D-4B65-AB14-57813FEA38DA}" presName="pictRect" presStyleLbl="revTx" presStyleIdx="0" presStyleCnt="8">
        <dgm:presLayoutVars>
          <dgm:chMax val="0"/>
          <dgm:bulletEnabled/>
        </dgm:presLayoutVars>
      </dgm:prSet>
      <dgm:spPr/>
    </dgm:pt>
    <dgm:pt modelId="{A255D7B9-7595-4CC9-B5B8-52B645F13492}" type="pres">
      <dgm:prSet presAssocID="{F754F273-8B1D-4B65-AB14-57813FEA38DA}" presName="textRect" presStyleLbl="revTx" presStyleIdx="1" presStyleCnt="8">
        <dgm:presLayoutVars>
          <dgm:bulletEnabled/>
        </dgm:presLayoutVars>
      </dgm:prSet>
      <dgm:spPr/>
    </dgm:pt>
    <dgm:pt modelId="{83D3DAAB-9E49-4E58-A84A-80BF9BE274DA}" type="pres">
      <dgm:prSet presAssocID="{8B57635E-BBD3-4FEA-A0DE-01AC0A515C87}" presName="sibTrans" presStyleLbl="sibTrans2D1" presStyleIdx="0" presStyleCnt="0"/>
      <dgm:spPr/>
    </dgm:pt>
    <dgm:pt modelId="{CEBB454D-84DC-4C75-9EF9-023E401F5373}" type="pres">
      <dgm:prSet presAssocID="{AA8758C5-09F1-41B0-B895-C78BD7C3707A}" presName="compNode" presStyleCnt="0"/>
      <dgm:spPr/>
    </dgm:pt>
    <dgm:pt modelId="{9D59ADA3-BB11-479B-B295-2C76A0A5CD10}" type="pres">
      <dgm:prSet presAssocID="{AA8758C5-09F1-41B0-B895-C78BD7C3707A}" presName="pictRect" presStyleLbl="revTx" presStyleIdx="2" presStyleCnt="8">
        <dgm:presLayoutVars>
          <dgm:chMax val="0"/>
          <dgm:bulletEnabled/>
        </dgm:presLayoutVars>
      </dgm:prSet>
      <dgm:spPr/>
    </dgm:pt>
    <dgm:pt modelId="{4A83CB14-5555-4535-892A-6625946398DF}" type="pres">
      <dgm:prSet presAssocID="{AA8758C5-09F1-41B0-B895-C78BD7C3707A}" presName="textRect" presStyleLbl="revTx" presStyleIdx="3" presStyleCnt="8">
        <dgm:presLayoutVars>
          <dgm:bulletEnabled/>
        </dgm:presLayoutVars>
      </dgm:prSet>
      <dgm:spPr/>
    </dgm:pt>
    <dgm:pt modelId="{A5162076-3239-4A65-A5EC-1FDFF77E1688}" type="pres">
      <dgm:prSet presAssocID="{6879DDBB-63E8-4FA4-A07B-9793DFD5B739}" presName="sibTrans" presStyleLbl="sibTrans2D1" presStyleIdx="0" presStyleCnt="0"/>
      <dgm:spPr/>
    </dgm:pt>
    <dgm:pt modelId="{38F9ECD6-9806-499A-9F92-4B468096C786}" type="pres">
      <dgm:prSet presAssocID="{24EF7788-EF13-4F90-9938-F2C7E007B940}" presName="compNode" presStyleCnt="0"/>
      <dgm:spPr/>
    </dgm:pt>
    <dgm:pt modelId="{FBFE752B-016D-4C77-9E8A-16B8A34F8777}" type="pres">
      <dgm:prSet presAssocID="{24EF7788-EF13-4F90-9938-F2C7E007B940}" presName="pictRect" presStyleLbl="revTx" presStyleIdx="4" presStyleCnt="8">
        <dgm:presLayoutVars>
          <dgm:chMax val="0"/>
          <dgm:bulletEnabled/>
        </dgm:presLayoutVars>
      </dgm:prSet>
      <dgm:spPr/>
    </dgm:pt>
    <dgm:pt modelId="{AEED114D-6E17-472E-A6DC-4935470804C6}" type="pres">
      <dgm:prSet presAssocID="{24EF7788-EF13-4F90-9938-F2C7E007B940}" presName="textRect" presStyleLbl="revTx" presStyleIdx="5" presStyleCnt="8">
        <dgm:presLayoutVars>
          <dgm:bulletEnabled/>
        </dgm:presLayoutVars>
      </dgm:prSet>
      <dgm:spPr/>
    </dgm:pt>
    <dgm:pt modelId="{F8136A83-8EEF-40E1-B49A-F8F805CAE287}" type="pres">
      <dgm:prSet presAssocID="{C6913911-6B3C-4CFE-9253-4C7C53E1B5AB}" presName="sibTrans" presStyleLbl="sibTrans2D1" presStyleIdx="0" presStyleCnt="0"/>
      <dgm:spPr/>
    </dgm:pt>
    <dgm:pt modelId="{C1F5E452-FA7C-4082-9119-A668A16A06FE}" type="pres">
      <dgm:prSet presAssocID="{734227D8-9C9F-4D7E-8A74-429FABB01BBC}" presName="compNode" presStyleCnt="0"/>
      <dgm:spPr/>
    </dgm:pt>
    <dgm:pt modelId="{ED567494-44D7-4AA3-91AC-7B1DF8E3D953}" type="pres">
      <dgm:prSet presAssocID="{734227D8-9C9F-4D7E-8A74-429FABB01BBC}" presName="pictRect" presStyleLbl="revTx" presStyleIdx="6" presStyleCnt="8">
        <dgm:presLayoutVars>
          <dgm:chMax val="0"/>
          <dgm:bulletEnabled/>
        </dgm:presLayoutVars>
      </dgm:prSet>
      <dgm:spPr/>
    </dgm:pt>
    <dgm:pt modelId="{E045487E-B7C7-40DB-874F-A37051E5010D}" type="pres">
      <dgm:prSet presAssocID="{734227D8-9C9F-4D7E-8A74-429FABB01BBC}" presName="textRect" presStyleLbl="revTx" presStyleIdx="7" presStyleCnt="8">
        <dgm:presLayoutVars>
          <dgm:bulletEnabled/>
        </dgm:presLayoutVars>
      </dgm:prSet>
      <dgm:spPr/>
    </dgm:pt>
  </dgm:ptLst>
  <dgm:cxnLst>
    <dgm:cxn modelId="{506A6B04-96FC-4EBF-8D58-E1CAC9EBF193}" type="presOf" srcId="{6879DDBB-63E8-4FA4-A07B-9793DFD5B739}" destId="{A5162076-3239-4A65-A5EC-1FDFF77E1688}" srcOrd="0" destOrd="0" presId="urn:microsoft.com/office/officeart/2024/3/layout/hArchList1"/>
    <dgm:cxn modelId="{57045A0F-8959-44E5-8DF4-4E9731A11AA1}" type="presOf" srcId="{51929505-6D53-4DCD-A713-C3EF1A83C257}" destId="{E045487E-B7C7-40DB-874F-A37051E5010D}" srcOrd="0" destOrd="0" presId="urn:microsoft.com/office/officeart/2024/3/layout/hArchList1"/>
    <dgm:cxn modelId="{15E0DB1C-A0E1-4C2D-A885-B82E9A7CC813}" type="presOf" srcId="{734227D8-9C9F-4D7E-8A74-429FABB01BBC}" destId="{ED567494-44D7-4AA3-91AC-7B1DF8E3D953}" srcOrd="0" destOrd="0" presId="urn:microsoft.com/office/officeart/2024/3/layout/hArchList1"/>
    <dgm:cxn modelId="{6848AD29-2C3D-4F07-B792-3384E4419C4E}" srcId="{B86EE5EA-800D-4BC1-911F-ED373722E317}" destId="{F754F273-8B1D-4B65-AB14-57813FEA38DA}" srcOrd="0" destOrd="0" parTransId="{EF6484E7-89F8-4D6B-9E60-8BA10BEFF0BD}" sibTransId="{8B57635E-BBD3-4FEA-A0DE-01AC0A515C87}"/>
    <dgm:cxn modelId="{3B06E52A-6759-4D06-A0E1-A907A7268DB7}" type="presOf" srcId="{AA8758C5-09F1-41B0-B895-C78BD7C3707A}" destId="{9D59ADA3-BB11-479B-B295-2C76A0A5CD10}" srcOrd="0" destOrd="0" presId="urn:microsoft.com/office/officeart/2024/3/layout/hArchList1"/>
    <dgm:cxn modelId="{48357E2C-5B87-40A9-9091-6E0F432115E9}" srcId="{B86EE5EA-800D-4BC1-911F-ED373722E317}" destId="{AA8758C5-09F1-41B0-B895-C78BD7C3707A}" srcOrd="1" destOrd="0" parTransId="{43833E77-443A-4F8F-B52D-1F4EBC168112}" sibTransId="{6879DDBB-63E8-4FA4-A07B-9793DFD5B739}"/>
    <dgm:cxn modelId="{8B6E112E-5F7C-4FF3-A519-C91A15D3C44A}" srcId="{F754F273-8B1D-4B65-AB14-57813FEA38DA}" destId="{BF23A0E7-A601-47A8-B9EB-3EB52C23FD4B}" srcOrd="0" destOrd="0" parTransId="{F5D35B98-2AD4-4A40-8470-452E187B75CA}" sibTransId="{5E9929BF-8A73-4399-A52E-B9101DB3F409}"/>
    <dgm:cxn modelId="{007BC95C-9823-4FBE-B1A2-B5E6F2560BBF}" type="presOf" srcId="{8B57635E-BBD3-4FEA-A0DE-01AC0A515C87}" destId="{83D3DAAB-9E49-4E58-A84A-80BF9BE274DA}" srcOrd="0" destOrd="0" presId="urn:microsoft.com/office/officeart/2024/3/layout/hArchList1"/>
    <dgm:cxn modelId="{B20E3C66-D21C-4568-93A8-FBD09011AFC6}" srcId="{734227D8-9C9F-4D7E-8A74-429FABB01BBC}" destId="{51929505-6D53-4DCD-A713-C3EF1A83C257}" srcOrd="0" destOrd="0" parTransId="{3DC93B1B-59A2-4DD7-B6B6-588B33F19A11}" sibTransId="{06568B1D-9675-4B40-8CA5-BDDBA3298AF1}"/>
    <dgm:cxn modelId="{B2B10848-4092-4536-B6FF-7B5857C4EA9E}" type="presOf" srcId="{8A4CA97A-D13D-4A29-B130-5AA72EE3A348}" destId="{AEED114D-6E17-472E-A6DC-4935470804C6}" srcOrd="0" destOrd="0" presId="urn:microsoft.com/office/officeart/2024/3/layout/hArchList1"/>
    <dgm:cxn modelId="{80D25448-6B9F-430F-AF60-11F1665216B8}" type="presOf" srcId="{BF23A0E7-A601-47A8-B9EB-3EB52C23FD4B}" destId="{A255D7B9-7595-4CC9-B5B8-52B645F13492}" srcOrd="0" destOrd="0" presId="urn:microsoft.com/office/officeart/2024/3/layout/hArchList1"/>
    <dgm:cxn modelId="{8DAC3969-2F48-46AE-B849-2D35A23219EC}" type="presOf" srcId="{B86EE5EA-800D-4BC1-911F-ED373722E317}" destId="{E9F54B77-B32A-4D2D-B1D1-DD442BB09371}" srcOrd="0" destOrd="0" presId="urn:microsoft.com/office/officeart/2024/3/layout/hArchList1"/>
    <dgm:cxn modelId="{C97ADD6A-CBE8-4FCF-B4CE-E400C551AA9E}" srcId="{AA8758C5-09F1-41B0-B895-C78BD7C3707A}" destId="{BBD4525E-182E-438E-9180-79C4A492BD3D}" srcOrd="0" destOrd="0" parTransId="{2089C741-49BE-4777-B8F6-A6D176B1570C}" sibTransId="{30730A8B-1BAB-4EB6-9F9F-1210323B825E}"/>
    <dgm:cxn modelId="{93FFFE71-0651-417A-98B0-D271454C6676}" srcId="{B86EE5EA-800D-4BC1-911F-ED373722E317}" destId="{24EF7788-EF13-4F90-9938-F2C7E007B940}" srcOrd="2" destOrd="0" parTransId="{1D0BD4DC-EDF4-491D-9E8D-AE8F60D8031C}" sibTransId="{C6913911-6B3C-4CFE-9253-4C7C53E1B5AB}"/>
    <dgm:cxn modelId="{29402B81-2AFD-41BB-BD2D-E30B3BDA39FE}" srcId="{B86EE5EA-800D-4BC1-911F-ED373722E317}" destId="{734227D8-9C9F-4D7E-8A74-429FABB01BBC}" srcOrd="3" destOrd="0" parTransId="{9660657E-0C88-4E26-8F31-E9C5FBADAB8A}" sibTransId="{890180C0-C0CE-4DA3-ABAB-99A458569ABD}"/>
    <dgm:cxn modelId="{037C3992-47AB-4B4F-9AF5-5E25DDEF4C00}" type="presOf" srcId="{C6913911-6B3C-4CFE-9253-4C7C53E1B5AB}" destId="{F8136A83-8EEF-40E1-B49A-F8F805CAE287}" srcOrd="0" destOrd="0" presId="urn:microsoft.com/office/officeart/2024/3/layout/hArchList1"/>
    <dgm:cxn modelId="{6F64469C-B793-4B09-A46E-E7C437D414A0}" srcId="{24EF7788-EF13-4F90-9938-F2C7E007B940}" destId="{8A4CA97A-D13D-4A29-B130-5AA72EE3A348}" srcOrd="0" destOrd="0" parTransId="{B344944C-4626-4D38-98F2-1C52C7D2DEAF}" sibTransId="{CA707AF0-9912-4ADB-8313-5DC570B77BE2}"/>
    <dgm:cxn modelId="{FBD0D4A1-BEFD-452D-889C-99576A85D36D}" type="presOf" srcId="{F754F273-8B1D-4B65-AB14-57813FEA38DA}" destId="{6A2CC886-DE2F-4DD6-BDB6-D880444A5A1C}" srcOrd="0" destOrd="0" presId="urn:microsoft.com/office/officeart/2024/3/layout/hArchList1"/>
    <dgm:cxn modelId="{8BC4E8B4-CC47-4D01-9FE2-C304FAD257F2}" type="presOf" srcId="{BBD4525E-182E-438E-9180-79C4A492BD3D}" destId="{4A83CB14-5555-4535-892A-6625946398DF}" srcOrd="0" destOrd="0" presId="urn:microsoft.com/office/officeart/2024/3/layout/hArchList1"/>
    <dgm:cxn modelId="{F5B2AFEB-4C07-4B30-AB54-542FB4FF462E}" type="presOf" srcId="{24EF7788-EF13-4F90-9938-F2C7E007B940}" destId="{FBFE752B-016D-4C77-9E8A-16B8A34F8777}" srcOrd="0" destOrd="0" presId="urn:microsoft.com/office/officeart/2024/3/layout/hArchList1"/>
    <dgm:cxn modelId="{19F1A50A-618B-4144-AC32-332CCFCBBE0D}" type="presParOf" srcId="{E9F54B77-B32A-4D2D-B1D1-DD442BB09371}" destId="{09486152-B140-4C04-A6E1-AFDD886632E3}" srcOrd="0" destOrd="0" presId="urn:microsoft.com/office/officeart/2024/3/layout/hArchList1"/>
    <dgm:cxn modelId="{C4EE5518-66DD-4D6B-A102-6CF77C59BD6B}" type="presParOf" srcId="{09486152-B140-4C04-A6E1-AFDD886632E3}" destId="{6A2CC886-DE2F-4DD6-BDB6-D880444A5A1C}" srcOrd="0" destOrd="0" presId="urn:microsoft.com/office/officeart/2024/3/layout/hArchList1"/>
    <dgm:cxn modelId="{2178A150-ADD8-4C4C-912D-0B5A264152BC}" type="presParOf" srcId="{09486152-B140-4C04-A6E1-AFDD886632E3}" destId="{A255D7B9-7595-4CC9-B5B8-52B645F13492}" srcOrd="1" destOrd="0" presId="urn:microsoft.com/office/officeart/2024/3/layout/hArchList1"/>
    <dgm:cxn modelId="{D2E6BE98-9D6B-4102-BD46-50A718F81E3F}" type="presParOf" srcId="{E9F54B77-B32A-4D2D-B1D1-DD442BB09371}" destId="{83D3DAAB-9E49-4E58-A84A-80BF9BE274DA}" srcOrd="1" destOrd="0" presId="urn:microsoft.com/office/officeart/2024/3/layout/hArchList1"/>
    <dgm:cxn modelId="{179A3900-4220-45B6-9903-3474DC439022}" type="presParOf" srcId="{E9F54B77-B32A-4D2D-B1D1-DD442BB09371}" destId="{CEBB454D-84DC-4C75-9EF9-023E401F5373}" srcOrd="2" destOrd="0" presId="urn:microsoft.com/office/officeart/2024/3/layout/hArchList1"/>
    <dgm:cxn modelId="{4E4BF8CB-9D12-44B5-B4D5-5E0E569E9FBF}" type="presParOf" srcId="{CEBB454D-84DC-4C75-9EF9-023E401F5373}" destId="{9D59ADA3-BB11-479B-B295-2C76A0A5CD10}" srcOrd="0" destOrd="0" presId="urn:microsoft.com/office/officeart/2024/3/layout/hArchList1"/>
    <dgm:cxn modelId="{EDE0250C-5891-4539-9720-DCFE18449ED1}" type="presParOf" srcId="{CEBB454D-84DC-4C75-9EF9-023E401F5373}" destId="{4A83CB14-5555-4535-892A-6625946398DF}" srcOrd="1" destOrd="0" presId="urn:microsoft.com/office/officeart/2024/3/layout/hArchList1"/>
    <dgm:cxn modelId="{70F6164C-E302-4007-BC90-8584A47E43D5}" type="presParOf" srcId="{E9F54B77-B32A-4D2D-B1D1-DD442BB09371}" destId="{A5162076-3239-4A65-A5EC-1FDFF77E1688}" srcOrd="3" destOrd="0" presId="urn:microsoft.com/office/officeart/2024/3/layout/hArchList1"/>
    <dgm:cxn modelId="{86D795E4-980B-4DF2-B60A-41129A29B511}" type="presParOf" srcId="{E9F54B77-B32A-4D2D-B1D1-DD442BB09371}" destId="{38F9ECD6-9806-499A-9F92-4B468096C786}" srcOrd="4" destOrd="0" presId="urn:microsoft.com/office/officeart/2024/3/layout/hArchList1"/>
    <dgm:cxn modelId="{FE2A6E74-CD04-421F-A7CC-E7DED9433814}" type="presParOf" srcId="{38F9ECD6-9806-499A-9F92-4B468096C786}" destId="{FBFE752B-016D-4C77-9E8A-16B8A34F8777}" srcOrd="0" destOrd="0" presId="urn:microsoft.com/office/officeart/2024/3/layout/hArchList1"/>
    <dgm:cxn modelId="{4AC98AD7-46AB-4108-91BE-AB85806AA5CC}" type="presParOf" srcId="{38F9ECD6-9806-499A-9F92-4B468096C786}" destId="{AEED114D-6E17-472E-A6DC-4935470804C6}" srcOrd="1" destOrd="0" presId="urn:microsoft.com/office/officeart/2024/3/layout/hArchList1"/>
    <dgm:cxn modelId="{E15907DD-C17B-43C3-9CD9-71650AAC20EA}" type="presParOf" srcId="{E9F54B77-B32A-4D2D-B1D1-DD442BB09371}" destId="{F8136A83-8EEF-40E1-B49A-F8F805CAE287}" srcOrd="5" destOrd="0" presId="urn:microsoft.com/office/officeart/2024/3/layout/hArchList1"/>
    <dgm:cxn modelId="{B077037A-2C3A-4D90-8F76-E00D08542C5B}" type="presParOf" srcId="{E9F54B77-B32A-4D2D-B1D1-DD442BB09371}" destId="{C1F5E452-FA7C-4082-9119-A668A16A06FE}" srcOrd="6" destOrd="0" presId="urn:microsoft.com/office/officeart/2024/3/layout/hArchList1"/>
    <dgm:cxn modelId="{557E5B1E-41BB-4FFC-BF5A-1CB59D09A732}" type="presParOf" srcId="{C1F5E452-FA7C-4082-9119-A668A16A06FE}" destId="{ED567494-44D7-4AA3-91AC-7B1DF8E3D953}" srcOrd="0" destOrd="0" presId="urn:microsoft.com/office/officeart/2024/3/layout/hArchList1"/>
    <dgm:cxn modelId="{FFE1BB06-BDEE-462B-A184-07A878E9745E}" type="presParOf" srcId="{C1F5E452-FA7C-4082-9119-A668A16A06FE}" destId="{E045487E-B7C7-40DB-874F-A37051E5010D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66E66D6-FCB7-4034-A207-D55E725CBBC1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B25F98-48B0-4BF2-8392-318A77BF0C5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Evolução da Contabilidade</a:t>
          </a:r>
          <a:endParaRPr lang="en-US"/>
        </a:p>
      </dgm:t>
    </dgm:pt>
    <dgm:pt modelId="{2E00191C-481A-4C19-8D59-24FA5DEFC81C}" type="parTrans" cxnId="{602368CA-3797-4F2D-AB57-D599CCFFA823}">
      <dgm:prSet/>
      <dgm:spPr/>
      <dgm:t>
        <a:bodyPr/>
        <a:lstStyle/>
        <a:p>
          <a:endParaRPr lang="en-US"/>
        </a:p>
      </dgm:t>
    </dgm:pt>
    <dgm:pt modelId="{5091D049-CC89-4794-B071-BE0F25FF33BD}" type="sibTrans" cxnId="{602368CA-3797-4F2D-AB57-D599CCFFA823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6A8EB361-75C9-4ACE-A34E-A2F8A8C946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 Contabilidade se tornou uma ciência social aplicada, integrando economia, administração e direito.</a:t>
          </a:r>
          <a:endParaRPr lang="en-US"/>
        </a:p>
      </dgm:t>
    </dgm:pt>
    <dgm:pt modelId="{0CF572F5-26B6-4809-99A9-CB4903BD2FF8}" type="parTrans" cxnId="{8F868440-065B-471A-90A2-C450E4812286}">
      <dgm:prSet/>
      <dgm:spPr/>
      <dgm:t>
        <a:bodyPr/>
        <a:lstStyle/>
        <a:p>
          <a:endParaRPr lang="en-US"/>
        </a:p>
      </dgm:t>
    </dgm:pt>
    <dgm:pt modelId="{DFC29580-B771-4B62-AE17-19244DB48161}" type="sibTrans" cxnId="{8F868440-065B-471A-90A2-C450E4812286}">
      <dgm:prSet/>
      <dgm:spPr/>
      <dgm:t>
        <a:bodyPr/>
        <a:lstStyle/>
        <a:p>
          <a:endParaRPr lang="en-US"/>
        </a:p>
      </dgm:t>
    </dgm:pt>
    <dgm:pt modelId="{A42C3E99-F148-4F80-A6FF-520AED5EEB9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Normatização Internacional</a:t>
          </a:r>
          <a:endParaRPr lang="en-US"/>
        </a:p>
      </dgm:t>
    </dgm:pt>
    <dgm:pt modelId="{EEE06F55-B4B5-42F8-9351-D3FE2A9D07B1}" type="parTrans" cxnId="{5634DCBC-1FFC-4064-9E6B-1B7000051C3B}">
      <dgm:prSet/>
      <dgm:spPr/>
      <dgm:t>
        <a:bodyPr/>
        <a:lstStyle/>
        <a:p>
          <a:endParaRPr lang="en-US"/>
        </a:p>
      </dgm:t>
    </dgm:pt>
    <dgm:pt modelId="{573720E8-D848-4C05-9A99-37DFDDE2A7E4}" type="sibTrans" cxnId="{5634DCBC-1FFC-4064-9E6B-1B7000051C3B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52C92A5D-9F81-4610-87C7-C4A7A5B7F4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Adoção de padrões globais como IFRS trouxe uniformidade e transparência para relatórios contábeis.</a:t>
          </a:r>
          <a:endParaRPr lang="en-US"/>
        </a:p>
      </dgm:t>
    </dgm:pt>
    <dgm:pt modelId="{F72470E5-5470-4C39-B625-3EF649D818C7}" type="parTrans" cxnId="{A0D35EAF-1D9A-432D-92A2-8CF57CE03FC0}">
      <dgm:prSet/>
      <dgm:spPr/>
      <dgm:t>
        <a:bodyPr/>
        <a:lstStyle/>
        <a:p>
          <a:endParaRPr lang="en-US"/>
        </a:p>
      </dgm:t>
    </dgm:pt>
    <dgm:pt modelId="{4239368F-0BAA-40A3-B20E-85A98B9FC341}" type="sibTrans" cxnId="{A0D35EAF-1D9A-432D-92A2-8CF57CE03FC0}">
      <dgm:prSet/>
      <dgm:spPr/>
      <dgm:t>
        <a:bodyPr/>
        <a:lstStyle/>
        <a:p>
          <a:endParaRPr lang="en-US"/>
        </a:p>
      </dgm:t>
    </dgm:pt>
    <dgm:pt modelId="{FB1C65ED-7ED8-4098-A70C-302CF913BD1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Tecnologia na Contabilidade</a:t>
          </a:r>
          <a:endParaRPr lang="en-US"/>
        </a:p>
      </dgm:t>
    </dgm:pt>
    <dgm:pt modelId="{7302F28C-811E-42B2-87CD-24A19D2CB672}" type="parTrans" cxnId="{E3EBE143-AB50-4450-85A7-E566C4704907}">
      <dgm:prSet/>
      <dgm:spPr/>
      <dgm:t>
        <a:bodyPr/>
        <a:lstStyle/>
        <a:p>
          <a:endParaRPr lang="en-US"/>
        </a:p>
      </dgm:t>
    </dgm:pt>
    <dgm:pt modelId="{6D6B27E4-CF82-4CF9-952E-F7C08DAFF594}" type="sibTrans" cxnId="{E3EBE143-AB50-4450-85A7-E566C4704907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F76DF60C-75D8-49B9-AAD9-CF2C976369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Softwares de gestão, análise de dados e inteligência artificial revolucionaram a prática contábil.</a:t>
          </a:r>
          <a:endParaRPr lang="en-US"/>
        </a:p>
      </dgm:t>
    </dgm:pt>
    <dgm:pt modelId="{0E658F2F-3D4B-4C8E-B7E8-6864170F0CEF}" type="parTrans" cxnId="{7B8DE84F-175A-4B0F-972A-A97E55D83B40}">
      <dgm:prSet/>
      <dgm:spPr/>
      <dgm:t>
        <a:bodyPr/>
        <a:lstStyle/>
        <a:p>
          <a:endParaRPr lang="en-US"/>
        </a:p>
      </dgm:t>
    </dgm:pt>
    <dgm:pt modelId="{DB766E31-2490-4F91-840E-56AABB4D6AF3}" type="sibTrans" cxnId="{7B8DE84F-175A-4B0F-972A-A97E55D83B40}">
      <dgm:prSet/>
      <dgm:spPr/>
      <dgm:t>
        <a:bodyPr/>
        <a:lstStyle/>
        <a:p>
          <a:endParaRPr lang="en-US"/>
        </a:p>
      </dgm:t>
    </dgm:pt>
    <dgm:pt modelId="{CE417F46-423C-465E-9377-239DBF54375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Papel Estratégico do Contador</a:t>
          </a:r>
          <a:endParaRPr lang="en-US"/>
        </a:p>
      </dgm:t>
    </dgm:pt>
    <dgm:pt modelId="{200F0E47-57E2-4206-BFD9-A93E18DF176E}" type="parTrans" cxnId="{EE2D3C5A-A243-4025-A970-EBC6A3F14F36}">
      <dgm:prSet/>
      <dgm:spPr/>
      <dgm:t>
        <a:bodyPr/>
        <a:lstStyle/>
        <a:p>
          <a:endParaRPr lang="en-US"/>
        </a:p>
      </dgm:t>
    </dgm:pt>
    <dgm:pt modelId="{D7B4866E-2AE7-4129-919F-C686CA4F2516}" type="sibTrans" cxnId="{EE2D3C5A-A243-4025-A970-EBC6A3F14F36}">
      <dgm:prSet/>
      <dgm:spPr/>
      <dgm:t>
        <a:bodyPr/>
        <a:lstStyle/>
        <a:p>
          <a:endParaRPr lang="en-US"/>
        </a:p>
      </dgm:t>
    </dgm:pt>
    <dgm:pt modelId="{811F4A64-DD2A-4F1E-97E0-5787D5B776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O contador atua como analista e consultor, usando tecnologia para apoiar decisões estratégicas.</a:t>
          </a:r>
          <a:endParaRPr lang="en-US"/>
        </a:p>
      </dgm:t>
    </dgm:pt>
    <dgm:pt modelId="{8BC64428-6343-4878-8C02-1A81F16C1A8A}" type="parTrans" cxnId="{E807B488-7F5C-4393-960D-8107DDC99AF8}">
      <dgm:prSet/>
      <dgm:spPr/>
      <dgm:t>
        <a:bodyPr/>
        <a:lstStyle/>
        <a:p>
          <a:endParaRPr lang="en-US"/>
        </a:p>
      </dgm:t>
    </dgm:pt>
    <dgm:pt modelId="{2C73CB73-E62D-4357-89AE-60B33F6856BD}" type="sibTrans" cxnId="{E807B488-7F5C-4393-960D-8107DDC99AF8}">
      <dgm:prSet/>
      <dgm:spPr/>
      <dgm:t>
        <a:bodyPr/>
        <a:lstStyle/>
        <a:p>
          <a:endParaRPr lang="en-US"/>
        </a:p>
      </dgm:t>
    </dgm:pt>
    <dgm:pt modelId="{28EFF0C1-79F6-43AA-B59C-76FE6D64881A}" type="pres">
      <dgm:prSet presAssocID="{A66E66D6-FCB7-4034-A207-D55E725CBBC1}" presName="Name0" presStyleCnt="0">
        <dgm:presLayoutVars>
          <dgm:dir/>
          <dgm:resizeHandles val="exact"/>
        </dgm:presLayoutVars>
      </dgm:prSet>
      <dgm:spPr/>
    </dgm:pt>
    <dgm:pt modelId="{E37898B6-CB01-404E-B01D-D8D37D5334AB}" type="pres">
      <dgm:prSet presAssocID="{7AB25F98-48B0-4BF2-8392-318A77BF0C59}" presName="compNode" presStyleCnt="0"/>
      <dgm:spPr/>
    </dgm:pt>
    <dgm:pt modelId="{29B5BC60-F6D9-4570-A49E-3772480F4253}" type="pres">
      <dgm:prSet presAssocID="{7AB25F98-48B0-4BF2-8392-318A77BF0C59}" presName="pictRect" presStyleLbl="revTx" presStyleIdx="0" presStyleCnt="8">
        <dgm:presLayoutVars>
          <dgm:chMax val="0"/>
          <dgm:bulletEnabled/>
        </dgm:presLayoutVars>
      </dgm:prSet>
      <dgm:spPr/>
    </dgm:pt>
    <dgm:pt modelId="{E97BC08F-E667-4157-9E3E-238B14984B5F}" type="pres">
      <dgm:prSet presAssocID="{7AB25F98-48B0-4BF2-8392-318A77BF0C59}" presName="textRect" presStyleLbl="revTx" presStyleIdx="1" presStyleCnt="8">
        <dgm:presLayoutVars>
          <dgm:bulletEnabled/>
        </dgm:presLayoutVars>
      </dgm:prSet>
      <dgm:spPr/>
    </dgm:pt>
    <dgm:pt modelId="{DA1D6D55-EBF2-414F-9186-D1C951808343}" type="pres">
      <dgm:prSet presAssocID="{5091D049-CC89-4794-B071-BE0F25FF33BD}" presName="sibTrans" presStyleLbl="sibTrans2D1" presStyleIdx="0" presStyleCnt="0"/>
      <dgm:spPr/>
    </dgm:pt>
    <dgm:pt modelId="{B6194A41-8E9B-438C-B7F4-BEB2C0CC14B3}" type="pres">
      <dgm:prSet presAssocID="{A42C3E99-F148-4F80-A6FF-520AED5EEB90}" presName="compNode" presStyleCnt="0"/>
      <dgm:spPr/>
    </dgm:pt>
    <dgm:pt modelId="{8E55E474-290D-45C7-9B5E-5A5D31347D76}" type="pres">
      <dgm:prSet presAssocID="{A42C3E99-F148-4F80-A6FF-520AED5EEB90}" presName="pictRect" presStyleLbl="revTx" presStyleIdx="2" presStyleCnt="8">
        <dgm:presLayoutVars>
          <dgm:chMax val="0"/>
          <dgm:bulletEnabled/>
        </dgm:presLayoutVars>
      </dgm:prSet>
      <dgm:spPr/>
    </dgm:pt>
    <dgm:pt modelId="{2DCC534E-6EB6-4123-AD07-A55F6E657EFE}" type="pres">
      <dgm:prSet presAssocID="{A42C3E99-F148-4F80-A6FF-520AED5EEB90}" presName="textRect" presStyleLbl="revTx" presStyleIdx="3" presStyleCnt="8">
        <dgm:presLayoutVars>
          <dgm:bulletEnabled/>
        </dgm:presLayoutVars>
      </dgm:prSet>
      <dgm:spPr/>
    </dgm:pt>
    <dgm:pt modelId="{6AC49A63-BF93-4E76-8908-B77E58F5F8B7}" type="pres">
      <dgm:prSet presAssocID="{573720E8-D848-4C05-9A99-37DFDDE2A7E4}" presName="sibTrans" presStyleLbl="sibTrans2D1" presStyleIdx="0" presStyleCnt="0"/>
      <dgm:spPr/>
    </dgm:pt>
    <dgm:pt modelId="{AD321F67-249E-4336-B04A-72A113F74720}" type="pres">
      <dgm:prSet presAssocID="{FB1C65ED-7ED8-4098-A70C-302CF913BD1F}" presName="compNode" presStyleCnt="0"/>
      <dgm:spPr/>
    </dgm:pt>
    <dgm:pt modelId="{368C94D6-82A9-401E-865B-B7CB3E43CC3D}" type="pres">
      <dgm:prSet presAssocID="{FB1C65ED-7ED8-4098-A70C-302CF913BD1F}" presName="pictRect" presStyleLbl="revTx" presStyleIdx="4" presStyleCnt="8">
        <dgm:presLayoutVars>
          <dgm:chMax val="0"/>
          <dgm:bulletEnabled/>
        </dgm:presLayoutVars>
      </dgm:prSet>
      <dgm:spPr/>
    </dgm:pt>
    <dgm:pt modelId="{DAF7904D-AEC1-42BF-949A-A49640C974E5}" type="pres">
      <dgm:prSet presAssocID="{FB1C65ED-7ED8-4098-A70C-302CF913BD1F}" presName="textRect" presStyleLbl="revTx" presStyleIdx="5" presStyleCnt="8">
        <dgm:presLayoutVars>
          <dgm:bulletEnabled/>
        </dgm:presLayoutVars>
      </dgm:prSet>
      <dgm:spPr/>
    </dgm:pt>
    <dgm:pt modelId="{9AF06EEC-4006-477A-9A21-C07B85C10182}" type="pres">
      <dgm:prSet presAssocID="{6D6B27E4-CF82-4CF9-952E-F7C08DAFF594}" presName="sibTrans" presStyleLbl="sibTrans2D1" presStyleIdx="0" presStyleCnt="0"/>
      <dgm:spPr/>
    </dgm:pt>
    <dgm:pt modelId="{0F38DC8F-4BEE-4360-8EF7-274926B4781D}" type="pres">
      <dgm:prSet presAssocID="{CE417F46-423C-465E-9377-239DBF54375A}" presName="compNode" presStyleCnt="0"/>
      <dgm:spPr/>
    </dgm:pt>
    <dgm:pt modelId="{F6109648-D7BA-4B29-863E-173264E82D51}" type="pres">
      <dgm:prSet presAssocID="{CE417F46-423C-465E-9377-239DBF54375A}" presName="pictRect" presStyleLbl="revTx" presStyleIdx="6" presStyleCnt="8">
        <dgm:presLayoutVars>
          <dgm:chMax val="0"/>
          <dgm:bulletEnabled/>
        </dgm:presLayoutVars>
      </dgm:prSet>
      <dgm:spPr/>
    </dgm:pt>
    <dgm:pt modelId="{175C381A-1E8D-4119-9BC6-CB942D33D492}" type="pres">
      <dgm:prSet presAssocID="{CE417F46-423C-465E-9377-239DBF54375A}" presName="textRect" presStyleLbl="revTx" presStyleIdx="7" presStyleCnt="8">
        <dgm:presLayoutVars>
          <dgm:bulletEnabled/>
        </dgm:presLayoutVars>
      </dgm:prSet>
      <dgm:spPr/>
    </dgm:pt>
  </dgm:ptLst>
  <dgm:cxnLst>
    <dgm:cxn modelId="{5127CC25-3E83-430C-ACEC-21FA8603133C}" type="presOf" srcId="{573720E8-D848-4C05-9A99-37DFDDE2A7E4}" destId="{6AC49A63-BF93-4E76-8908-B77E58F5F8B7}" srcOrd="0" destOrd="0" presId="urn:microsoft.com/office/officeart/2024/3/layout/hArchList1"/>
    <dgm:cxn modelId="{8F362C3A-12D2-4599-A71E-DFCBAC7BC98E}" type="presOf" srcId="{F76DF60C-75D8-49B9-AAD9-CF2C9763693F}" destId="{DAF7904D-AEC1-42BF-949A-A49640C974E5}" srcOrd="0" destOrd="0" presId="urn:microsoft.com/office/officeart/2024/3/layout/hArchList1"/>
    <dgm:cxn modelId="{8F868440-065B-471A-90A2-C450E4812286}" srcId="{7AB25F98-48B0-4BF2-8392-318A77BF0C59}" destId="{6A8EB361-75C9-4ACE-A34E-A2F8A8C9465D}" srcOrd="0" destOrd="0" parTransId="{0CF572F5-26B6-4809-99A9-CB4903BD2FF8}" sibTransId="{DFC29580-B771-4B62-AE17-19244DB48161}"/>
    <dgm:cxn modelId="{C5C40242-1014-4AA0-8380-502F5BCFF895}" type="presOf" srcId="{5091D049-CC89-4794-B071-BE0F25FF33BD}" destId="{DA1D6D55-EBF2-414F-9186-D1C951808343}" srcOrd="0" destOrd="0" presId="urn:microsoft.com/office/officeart/2024/3/layout/hArchList1"/>
    <dgm:cxn modelId="{E3EBE143-AB50-4450-85A7-E566C4704907}" srcId="{A66E66D6-FCB7-4034-A207-D55E725CBBC1}" destId="{FB1C65ED-7ED8-4098-A70C-302CF913BD1F}" srcOrd="2" destOrd="0" parTransId="{7302F28C-811E-42B2-87CD-24A19D2CB672}" sibTransId="{6D6B27E4-CF82-4CF9-952E-F7C08DAFF594}"/>
    <dgm:cxn modelId="{6781206A-6AAB-4A27-B697-79F782641C6C}" type="presOf" srcId="{FB1C65ED-7ED8-4098-A70C-302CF913BD1F}" destId="{368C94D6-82A9-401E-865B-B7CB3E43CC3D}" srcOrd="0" destOrd="0" presId="urn:microsoft.com/office/officeart/2024/3/layout/hArchList1"/>
    <dgm:cxn modelId="{3F477A6D-0DC3-45A1-A3E8-EB5D4DAB4FEB}" type="presOf" srcId="{52C92A5D-9F81-4610-87C7-C4A7A5B7F447}" destId="{2DCC534E-6EB6-4123-AD07-A55F6E657EFE}" srcOrd="0" destOrd="0" presId="urn:microsoft.com/office/officeart/2024/3/layout/hArchList1"/>
    <dgm:cxn modelId="{7B8DE84F-175A-4B0F-972A-A97E55D83B40}" srcId="{FB1C65ED-7ED8-4098-A70C-302CF913BD1F}" destId="{F76DF60C-75D8-49B9-AAD9-CF2C9763693F}" srcOrd="0" destOrd="0" parTransId="{0E658F2F-3D4B-4C8E-B7E8-6864170F0CEF}" sibTransId="{DB766E31-2490-4F91-840E-56AABB4D6AF3}"/>
    <dgm:cxn modelId="{35650373-B349-4B96-A760-061BB78818E8}" type="presOf" srcId="{811F4A64-DD2A-4F1E-97E0-5787D5B7763D}" destId="{175C381A-1E8D-4119-9BC6-CB942D33D492}" srcOrd="0" destOrd="0" presId="urn:microsoft.com/office/officeart/2024/3/layout/hArchList1"/>
    <dgm:cxn modelId="{EE2D3C5A-A243-4025-A970-EBC6A3F14F36}" srcId="{A66E66D6-FCB7-4034-A207-D55E725CBBC1}" destId="{CE417F46-423C-465E-9377-239DBF54375A}" srcOrd="3" destOrd="0" parTransId="{200F0E47-57E2-4206-BFD9-A93E18DF176E}" sibTransId="{D7B4866E-2AE7-4129-919F-C686CA4F2516}"/>
    <dgm:cxn modelId="{E807B488-7F5C-4393-960D-8107DDC99AF8}" srcId="{CE417F46-423C-465E-9377-239DBF54375A}" destId="{811F4A64-DD2A-4F1E-97E0-5787D5B7763D}" srcOrd="0" destOrd="0" parTransId="{8BC64428-6343-4878-8C02-1A81F16C1A8A}" sibTransId="{2C73CB73-E62D-4357-89AE-60B33F6856BD}"/>
    <dgm:cxn modelId="{129D0297-2D7A-4F2E-8560-F11CFF18ADB9}" type="presOf" srcId="{6A8EB361-75C9-4ACE-A34E-A2F8A8C9465D}" destId="{E97BC08F-E667-4157-9E3E-238B14984B5F}" srcOrd="0" destOrd="0" presId="urn:microsoft.com/office/officeart/2024/3/layout/hArchList1"/>
    <dgm:cxn modelId="{A0D35EAF-1D9A-432D-92A2-8CF57CE03FC0}" srcId="{A42C3E99-F148-4F80-A6FF-520AED5EEB90}" destId="{52C92A5D-9F81-4610-87C7-C4A7A5B7F447}" srcOrd="0" destOrd="0" parTransId="{F72470E5-5470-4C39-B625-3EF649D818C7}" sibTransId="{4239368F-0BAA-40A3-B20E-85A98B9FC341}"/>
    <dgm:cxn modelId="{BA4C35B1-3D72-4FB8-A2D2-43D095646159}" type="presOf" srcId="{CE417F46-423C-465E-9377-239DBF54375A}" destId="{F6109648-D7BA-4B29-863E-173264E82D51}" srcOrd="0" destOrd="0" presId="urn:microsoft.com/office/officeart/2024/3/layout/hArchList1"/>
    <dgm:cxn modelId="{166DFEB1-C25C-443B-BE1D-252803A0376B}" type="presOf" srcId="{A42C3E99-F148-4F80-A6FF-520AED5EEB90}" destId="{8E55E474-290D-45C7-9B5E-5A5D31347D76}" srcOrd="0" destOrd="0" presId="urn:microsoft.com/office/officeart/2024/3/layout/hArchList1"/>
    <dgm:cxn modelId="{DD9BF4B6-A89F-48D2-B720-170297D15703}" type="presOf" srcId="{A66E66D6-FCB7-4034-A207-D55E725CBBC1}" destId="{28EFF0C1-79F6-43AA-B59C-76FE6D64881A}" srcOrd="0" destOrd="0" presId="urn:microsoft.com/office/officeart/2024/3/layout/hArchList1"/>
    <dgm:cxn modelId="{15FD9CBA-8739-425A-88CD-0ABEB4917A97}" type="presOf" srcId="{7AB25F98-48B0-4BF2-8392-318A77BF0C59}" destId="{29B5BC60-F6D9-4570-A49E-3772480F4253}" srcOrd="0" destOrd="0" presId="urn:microsoft.com/office/officeart/2024/3/layout/hArchList1"/>
    <dgm:cxn modelId="{5634DCBC-1FFC-4064-9E6B-1B7000051C3B}" srcId="{A66E66D6-FCB7-4034-A207-D55E725CBBC1}" destId="{A42C3E99-F148-4F80-A6FF-520AED5EEB90}" srcOrd="1" destOrd="0" parTransId="{EEE06F55-B4B5-42F8-9351-D3FE2A9D07B1}" sibTransId="{573720E8-D848-4C05-9A99-37DFDDE2A7E4}"/>
    <dgm:cxn modelId="{D9BC15CA-2C0E-4E9E-B476-47C5411BF260}" type="presOf" srcId="{6D6B27E4-CF82-4CF9-952E-F7C08DAFF594}" destId="{9AF06EEC-4006-477A-9A21-C07B85C10182}" srcOrd="0" destOrd="0" presId="urn:microsoft.com/office/officeart/2024/3/layout/hArchList1"/>
    <dgm:cxn modelId="{602368CA-3797-4F2D-AB57-D599CCFFA823}" srcId="{A66E66D6-FCB7-4034-A207-D55E725CBBC1}" destId="{7AB25F98-48B0-4BF2-8392-318A77BF0C59}" srcOrd="0" destOrd="0" parTransId="{2E00191C-481A-4C19-8D59-24FA5DEFC81C}" sibTransId="{5091D049-CC89-4794-B071-BE0F25FF33BD}"/>
    <dgm:cxn modelId="{E35293BB-020F-412C-8A8C-5E32B8A6AF1F}" type="presParOf" srcId="{28EFF0C1-79F6-43AA-B59C-76FE6D64881A}" destId="{E37898B6-CB01-404E-B01D-D8D37D5334AB}" srcOrd="0" destOrd="0" presId="urn:microsoft.com/office/officeart/2024/3/layout/hArchList1"/>
    <dgm:cxn modelId="{A4DCC917-7376-458F-830A-D45F46922588}" type="presParOf" srcId="{E37898B6-CB01-404E-B01D-D8D37D5334AB}" destId="{29B5BC60-F6D9-4570-A49E-3772480F4253}" srcOrd="0" destOrd="0" presId="urn:microsoft.com/office/officeart/2024/3/layout/hArchList1"/>
    <dgm:cxn modelId="{9A47864B-4382-4936-8FFF-13D303274504}" type="presParOf" srcId="{E37898B6-CB01-404E-B01D-D8D37D5334AB}" destId="{E97BC08F-E667-4157-9E3E-238B14984B5F}" srcOrd="1" destOrd="0" presId="urn:microsoft.com/office/officeart/2024/3/layout/hArchList1"/>
    <dgm:cxn modelId="{98B3A77A-19CE-4ACE-B1C2-68E95362E556}" type="presParOf" srcId="{28EFF0C1-79F6-43AA-B59C-76FE6D64881A}" destId="{DA1D6D55-EBF2-414F-9186-D1C951808343}" srcOrd="1" destOrd="0" presId="urn:microsoft.com/office/officeart/2024/3/layout/hArchList1"/>
    <dgm:cxn modelId="{C1B39863-08DB-4043-A8F6-53120CD60270}" type="presParOf" srcId="{28EFF0C1-79F6-43AA-B59C-76FE6D64881A}" destId="{B6194A41-8E9B-438C-B7F4-BEB2C0CC14B3}" srcOrd="2" destOrd="0" presId="urn:microsoft.com/office/officeart/2024/3/layout/hArchList1"/>
    <dgm:cxn modelId="{D6BBB829-D913-45F5-BFCF-0332971366E8}" type="presParOf" srcId="{B6194A41-8E9B-438C-B7F4-BEB2C0CC14B3}" destId="{8E55E474-290D-45C7-9B5E-5A5D31347D76}" srcOrd="0" destOrd="0" presId="urn:microsoft.com/office/officeart/2024/3/layout/hArchList1"/>
    <dgm:cxn modelId="{50B42DDD-E716-4729-9931-4EE0BE368520}" type="presParOf" srcId="{B6194A41-8E9B-438C-B7F4-BEB2C0CC14B3}" destId="{2DCC534E-6EB6-4123-AD07-A55F6E657EFE}" srcOrd="1" destOrd="0" presId="urn:microsoft.com/office/officeart/2024/3/layout/hArchList1"/>
    <dgm:cxn modelId="{6E770082-C624-49FC-828F-D2945B70C3F4}" type="presParOf" srcId="{28EFF0C1-79F6-43AA-B59C-76FE6D64881A}" destId="{6AC49A63-BF93-4E76-8908-B77E58F5F8B7}" srcOrd="3" destOrd="0" presId="urn:microsoft.com/office/officeart/2024/3/layout/hArchList1"/>
    <dgm:cxn modelId="{DC0EEB3C-4365-48B5-9C30-4C7EA597812D}" type="presParOf" srcId="{28EFF0C1-79F6-43AA-B59C-76FE6D64881A}" destId="{AD321F67-249E-4336-B04A-72A113F74720}" srcOrd="4" destOrd="0" presId="urn:microsoft.com/office/officeart/2024/3/layout/hArchList1"/>
    <dgm:cxn modelId="{68381A75-6F83-4B81-893D-D55866FC11E7}" type="presParOf" srcId="{AD321F67-249E-4336-B04A-72A113F74720}" destId="{368C94D6-82A9-401E-865B-B7CB3E43CC3D}" srcOrd="0" destOrd="0" presId="urn:microsoft.com/office/officeart/2024/3/layout/hArchList1"/>
    <dgm:cxn modelId="{807A2AC3-E30B-4BCB-AFD7-D8C36570A49C}" type="presParOf" srcId="{AD321F67-249E-4336-B04A-72A113F74720}" destId="{DAF7904D-AEC1-42BF-949A-A49640C974E5}" srcOrd="1" destOrd="0" presId="urn:microsoft.com/office/officeart/2024/3/layout/hArchList1"/>
    <dgm:cxn modelId="{FDEEC801-3E50-4126-8B2C-D7EC2949C889}" type="presParOf" srcId="{28EFF0C1-79F6-43AA-B59C-76FE6D64881A}" destId="{9AF06EEC-4006-477A-9A21-C07B85C10182}" srcOrd="5" destOrd="0" presId="urn:microsoft.com/office/officeart/2024/3/layout/hArchList1"/>
    <dgm:cxn modelId="{CF8333BD-62FD-45F5-89AF-8947F5E71462}" type="presParOf" srcId="{28EFF0C1-79F6-43AA-B59C-76FE6D64881A}" destId="{0F38DC8F-4BEE-4360-8EF7-274926B4781D}" srcOrd="6" destOrd="0" presId="urn:microsoft.com/office/officeart/2024/3/layout/hArchList1"/>
    <dgm:cxn modelId="{B124CBF6-05A9-479D-A097-4BF3844CD9F9}" type="presParOf" srcId="{0F38DC8F-4BEE-4360-8EF7-274926B4781D}" destId="{F6109648-D7BA-4B29-863E-173264E82D51}" srcOrd="0" destOrd="0" presId="urn:microsoft.com/office/officeart/2024/3/layout/hArchList1"/>
    <dgm:cxn modelId="{9C3381CC-01FC-4861-A3BC-CF1B443D8C70}" type="presParOf" srcId="{0F38DC8F-4BEE-4360-8EF7-274926B4781D}" destId="{175C381A-1E8D-4119-9BC6-CB942D33D492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B129346-E467-4DCC-8AFB-9CAE0A8C98B0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1705A8-A107-4642-9DE4-586FB3BDC01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Contabilidade Tradicional</a:t>
          </a:r>
          <a:endParaRPr lang="en-US"/>
        </a:p>
      </dgm:t>
    </dgm:pt>
    <dgm:pt modelId="{C4B9A819-B794-4765-B04E-B820A616A09F}" type="parTrans" cxnId="{6F68A05C-CF1A-4F99-9210-E9A43CBE12FA}">
      <dgm:prSet/>
      <dgm:spPr/>
      <dgm:t>
        <a:bodyPr/>
        <a:lstStyle/>
        <a:p>
          <a:endParaRPr lang="en-US"/>
        </a:p>
      </dgm:t>
    </dgm:pt>
    <dgm:pt modelId="{8D1F7808-3B72-4897-A95D-7B666A1554CF}" type="sibTrans" cxnId="{6F68A05C-CF1A-4F99-9210-E9A43CBE12FA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8631325A-0DDF-4735-AB42-BA3927B5FD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Era focada no registro técnico e controle patrimonial, com processos manuais e documentação física.</a:t>
          </a:r>
          <a:endParaRPr lang="en-US"/>
        </a:p>
      </dgm:t>
    </dgm:pt>
    <dgm:pt modelId="{FD630C1B-9897-4D17-8831-F65BC8C181C2}" type="parTrans" cxnId="{86592E85-518D-4EF5-96A9-87DE9CAC33A4}">
      <dgm:prSet/>
      <dgm:spPr/>
      <dgm:t>
        <a:bodyPr/>
        <a:lstStyle/>
        <a:p>
          <a:endParaRPr lang="en-US"/>
        </a:p>
      </dgm:t>
    </dgm:pt>
    <dgm:pt modelId="{954528EE-92C2-4846-BF79-7601ED242ED8}" type="sibTrans" cxnId="{86592E85-518D-4EF5-96A9-87DE9CAC33A4}">
      <dgm:prSet/>
      <dgm:spPr/>
      <dgm:t>
        <a:bodyPr/>
        <a:lstStyle/>
        <a:p>
          <a:endParaRPr lang="en-US"/>
        </a:p>
      </dgm:t>
    </dgm:pt>
    <dgm:pt modelId="{BDA46DEA-35E0-44EA-8A99-035ADD2FC5E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Contabilidade Moderna Estratégica</a:t>
          </a:r>
          <a:endParaRPr lang="en-US"/>
        </a:p>
      </dgm:t>
    </dgm:pt>
    <dgm:pt modelId="{C2C949B6-4E42-4C1E-9E1C-DD6D596FA55E}" type="parTrans" cxnId="{C76F32E3-40EB-4B2E-8B36-2F40FD736720}">
      <dgm:prSet/>
      <dgm:spPr/>
      <dgm:t>
        <a:bodyPr/>
        <a:lstStyle/>
        <a:p>
          <a:endParaRPr lang="en-US"/>
        </a:p>
      </dgm:t>
    </dgm:pt>
    <dgm:pt modelId="{372B3C3A-D86C-4501-8F1C-95E434EFD52D}" type="sibTrans" cxnId="{C76F32E3-40EB-4B2E-8B36-2F40FD736720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BFF64B30-19B5-40CF-876B-15CFF1C2C8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Suporta a gestão usando informações precisas e análises avançadas para a tomada de decisões estratégicas.</a:t>
          </a:r>
          <a:endParaRPr lang="en-US"/>
        </a:p>
      </dgm:t>
    </dgm:pt>
    <dgm:pt modelId="{F9305FF5-9996-4E87-B64D-BCCD58F9884B}" type="parTrans" cxnId="{E4D88025-AD9C-416A-BFB6-E34F63010DE3}">
      <dgm:prSet/>
      <dgm:spPr/>
      <dgm:t>
        <a:bodyPr/>
        <a:lstStyle/>
        <a:p>
          <a:endParaRPr lang="en-US"/>
        </a:p>
      </dgm:t>
    </dgm:pt>
    <dgm:pt modelId="{AE2F3C90-7C5E-434B-B7DF-4AB86B349C09}" type="sibTrans" cxnId="{E4D88025-AD9C-416A-BFB6-E34F63010DE3}">
      <dgm:prSet/>
      <dgm:spPr/>
      <dgm:t>
        <a:bodyPr/>
        <a:lstStyle/>
        <a:p>
          <a:endParaRPr lang="en-US"/>
        </a:p>
      </dgm:t>
    </dgm:pt>
    <dgm:pt modelId="{FBF8125E-2572-4981-81B6-76F5B45DABA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Tecnologia e Automação</a:t>
          </a:r>
          <a:endParaRPr lang="en-US"/>
        </a:p>
      </dgm:t>
    </dgm:pt>
    <dgm:pt modelId="{18E1DFFD-FF06-4742-A0A1-F77D349B7349}" type="parTrans" cxnId="{774D8C1E-4B26-41AB-8283-73F0354BFCAF}">
      <dgm:prSet/>
      <dgm:spPr/>
      <dgm:t>
        <a:bodyPr/>
        <a:lstStyle/>
        <a:p>
          <a:endParaRPr lang="en-US"/>
        </a:p>
      </dgm:t>
    </dgm:pt>
    <dgm:pt modelId="{7CE325DB-0C42-4B65-9B00-677A425F2A60}" type="sibTrans" cxnId="{774D8C1E-4B26-41AB-8283-73F0354BFCAF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9DFE3E14-4B75-4F2B-8940-7712A35763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Uso de automação, integração de sistemas e inteligência artificial para otimizar processos e prever cenários.</a:t>
          </a:r>
          <a:endParaRPr lang="en-US"/>
        </a:p>
      </dgm:t>
    </dgm:pt>
    <dgm:pt modelId="{1EADFA87-6DB8-476D-A0CE-CB2653DD5E55}" type="parTrans" cxnId="{2188B654-0F88-4C5A-9141-F70EAB75C089}">
      <dgm:prSet/>
      <dgm:spPr/>
      <dgm:t>
        <a:bodyPr/>
        <a:lstStyle/>
        <a:p>
          <a:endParaRPr lang="en-US"/>
        </a:p>
      </dgm:t>
    </dgm:pt>
    <dgm:pt modelId="{D2228E07-A276-41BD-8E51-0106FD4DE070}" type="sibTrans" cxnId="{2188B654-0F88-4C5A-9141-F70EAB75C089}">
      <dgm:prSet/>
      <dgm:spPr/>
      <dgm:t>
        <a:bodyPr/>
        <a:lstStyle/>
        <a:p>
          <a:endParaRPr lang="en-US"/>
        </a:p>
      </dgm:t>
    </dgm:pt>
    <dgm:pt modelId="{BA44038C-65CA-4C6F-A620-31E2ACE7194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/>
            <a:t>Desafios Éticos</a:t>
          </a:r>
          <a:endParaRPr lang="en-US"/>
        </a:p>
      </dgm:t>
    </dgm:pt>
    <dgm:pt modelId="{B4CC07B4-705D-4D07-973B-F64F718D15A8}" type="parTrans" cxnId="{07EA6FAC-5327-428F-BD3B-3D43CEDF4476}">
      <dgm:prSet/>
      <dgm:spPr/>
      <dgm:t>
        <a:bodyPr/>
        <a:lstStyle/>
        <a:p>
          <a:endParaRPr lang="en-US"/>
        </a:p>
      </dgm:t>
    </dgm:pt>
    <dgm:pt modelId="{D7EDED75-2BE0-44D3-9AAF-EA4437FFA808}" type="sibTrans" cxnId="{07EA6FAC-5327-428F-BD3B-3D43CEDF4476}">
      <dgm:prSet/>
      <dgm:spPr/>
      <dgm:t>
        <a:bodyPr/>
        <a:lstStyle/>
        <a:p>
          <a:endParaRPr lang="en-US"/>
        </a:p>
      </dgm:t>
    </dgm:pt>
    <dgm:pt modelId="{E7CE9CD1-868A-4CD8-9E96-6D3C2F06DC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Necessidade de validar dados gerados por IA e garantir a segurança das informações contábeis.</a:t>
          </a:r>
          <a:endParaRPr lang="en-US"/>
        </a:p>
      </dgm:t>
    </dgm:pt>
    <dgm:pt modelId="{0430EA9F-60AC-459C-91A4-605C5DA0A021}" type="parTrans" cxnId="{AE480711-EBC0-4293-B47C-55B8C5CE38B9}">
      <dgm:prSet/>
      <dgm:spPr/>
      <dgm:t>
        <a:bodyPr/>
        <a:lstStyle/>
        <a:p>
          <a:endParaRPr lang="en-US"/>
        </a:p>
      </dgm:t>
    </dgm:pt>
    <dgm:pt modelId="{46DC237F-9E9B-45DD-8AA8-35B947A81E9B}" type="sibTrans" cxnId="{AE480711-EBC0-4293-B47C-55B8C5CE38B9}">
      <dgm:prSet/>
      <dgm:spPr/>
      <dgm:t>
        <a:bodyPr/>
        <a:lstStyle/>
        <a:p>
          <a:endParaRPr lang="en-US"/>
        </a:p>
      </dgm:t>
    </dgm:pt>
    <dgm:pt modelId="{68DE1B2C-F3CC-409B-BE37-72217DF9FF29}" type="pres">
      <dgm:prSet presAssocID="{CB129346-E467-4DCC-8AFB-9CAE0A8C98B0}" presName="Name0" presStyleCnt="0">
        <dgm:presLayoutVars>
          <dgm:dir/>
          <dgm:resizeHandles val="exact"/>
        </dgm:presLayoutVars>
      </dgm:prSet>
      <dgm:spPr/>
    </dgm:pt>
    <dgm:pt modelId="{A33E2E59-E07F-4EE0-B079-A48FA0538C3F}" type="pres">
      <dgm:prSet presAssocID="{1B1705A8-A107-4642-9DE4-586FB3BDC011}" presName="compNode" presStyleCnt="0"/>
      <dgm:spPr/>
    </dgm:pt>
    <dgm:pt modelId="{EDB03F89-4FFB-4C1D-A889-B8031DBD839A}" type="pres">
      <dgm:prSet presAssocID="{1B1705A8-A107-4642-9DE4-586FB3BDC011}" presName="pictRect" presStyleLbl="revTx" presStyleIdx="0" presStyleCnt="8">
        <dgm:presLayoutVars>
          <dgm:chMax val="0"/>
          <dgm:bulletEnabled/>
        </dgm:presLayoutVars>
      </dgm:prSet>
      <dgm:spPr/>
    </dgm:pt>
    <dgm:pt modelId="{BF18B987-CF84-4102-B175-C45B7397E496}" type="pres">
      <dgm:prSet presAssocID="{1B1705A8-A107-4642-9DE4-586FB3BDC011}" presName="textRect" presStyleLbl="revTx" presStyleIdx="1" presStyleCnt="8">
        <dgm:presLayoutVars>
          <dgm:bulletEnabled/>
        </dgm:presLayoutVars>
      </dgm:prSet>
      <dgm:spPr/>
    </dgm:pt>
    <dgm:pt modelId="{885E9F89-0C11-4EA4-9D16-90EC8F5FA093}" type="pres">
      <dgm:prSet presAssocID="{8D1F7808-3B72-4897-A95D-7B666A1554CF}" presName="sibTrans" presStyleLbl="sibTrans2D1" presStyleIdx="0" presStyleCnt="0"/>
      <dgm:spPr/>
    </dgm:pt>
    <dgm:pt modelId="{70B712E7-ED28-4A42-BE3C-28BF9E403400}" type="pres">
      <dgm:prSet presAssocID="{BDA46DEA-35E0-44EA-8A99-035ADD2FC5E8}" presName="compNode" presStyleCnt="0"/>
      <dgm:spPr/>
    </dgm:pt>
    <dgm:pt modelId="{2FEBEF98-1921-484F-AEA5-628F9F474D70}" type="pres">
      <dgm:prSet presAssocID="{BDA46DEA-35E0-44EA-8A99-035ADD2FC5E8}" presName="pictRect" presStyleLbl="revTx" presStyleIdx="2" presStyleCnt="8">
        <dgm:presLayoutVars>
          <dgm:chMax val="0"/>
          <dgm:bulletEnabled/>
        </dgm:presLayoutVars>
      </dgm:prSet>
      <dgm:spPr/>
    </dgm:pt>
    <dgm:pt modelId="{DEBAD787-223B-4881-A06D-067FBFEA8093}" type="pres">
      <dgm:prSet presAssocID="{BDA46DEA-35E0-44EA-8A99-035ADD2FC5E8}" presName="textRect" presStyleLbl="revTx" presStyleIdx="3" presStyleCnt="8">
        <dgm:presLayoutVars>
          <dgm:bulletEnabled/>
        </dgm:presLayoutVars>
      </dgm:prSet>
      <dgm:spPr/>
    </dgm:pt>
    <dgm:pt modelId="{2DDD39CB-9ADD-4E78-B31F-04D8890449BD}" type="pres">
      <dgm:prSet presAssocID="{372B3C3A-D86C-4501-8F1C-95E434EFD52D}" presName="sibTrans" presStyleLbl="sibTrans2D1" presStyleIdx="0" presStyleCnt="0"/>
      <dgm:spPr/>
    </dgm:pt>
    <dgm:pt modelId="{66348932-7BFF-4CB5-9A4F-88A8ABB80679}" type="pres">
      <dgm:prSet presAssocID="{FBF8125E-2572-4981-81B6-76F5B45DABA5}" presName="compNode" presStyleCnt="0"/>
      <dgm:spPr/>
    </dgm:pt>
    <dgm:pt modelId="{BE33233E-3346-4BB4-876F-C2BAB10185B8}" type="pres">
      <dgm:prSet presAssocID="{FBF8125E-2572-4981-81B6-76F5B45DABA5}" presName="pictRect" presStyleLbl="revTx" presStyleIdx="4" presStyleCnt="8">
        <dgm:presLayoutVars>
          <dgm:chMax val="0"/>
          <dgm:bulletEnabled/>
        </dgm:presLayoutVars>
      </dgm:prSet>
      <dgm:spPr/>
    </dgm:pt>
    <dgm:pt modelId="{3CBE9D46-2DCE-4333-8E75-9693E5623AFA}" type="pres">
      <dgm:prSet presAssocID="{FBF8125E-2572-4981-81B6-76F5B45DABA5}" presName="textRect" presStyleLbl="revTx" presStyleIdx="5" presStyleCnt="8">
        <dgm:presLayoutVars>
          <dgm:bulletEnabled/>
        </dgm:presLayoutVars>
      </dgm:prSet>
      <dgm:spPr/>
    </dgm:pt>
    <dgm:pt modelId="{08D151AE-E773-497C-ADBE-3E43DCD3441E}" type="pres">
      <dgm:prSet presAssocID="{7CE325DB-0C42-4B65-9B00-677A425F2A60}" presName="sibTrans" presStyleLbl="sibTrans2D1" presStyleIdx="0" presStyleCnt="0"/>
      <dgm:spPr/>
    </dgm:pt>
    <dgm:pt modelId="{3B4A10A8-6628-4A7A-AE1F-FBBB6CBA4216}" type="pres">
      <dgm:prSet presAssocID="{BA44038C-65CA-4C6F-A620-31E2ACE7194C}" presName="compNode" presStyleCnt="0"/>
      <dgm:spPr/>
    </dgm:pt>
    <dgm:pt modelId="{5EE9985D-0C01-4785-A6DC-602B557B7031}" type="pres">
      <dgm:prSet presAssocID="{BA44038C-65CA-4C6F-A620-31E2ACE7194C}" presName="pictRect" presStyleLbl="revTx" presStyleIdx="6" presStyleCnt="8">
        <dgm:presLayoutVars>
          <dgm:chMax val="0"/>
          <dgm:bulletEnabled/>
        </dgm:presLayoutVars>
      </dgm:prSet>
      <dgm:spPr/>
    </dgm:pt>
    <dgm:pt modelId="{C5631D8E-7A49-4EA9-A2CE-58337D08E1D2}" type="pres">
      <dgm:prSet presAssocID="{BA44038C-65CA-4C6F-A620-31E2ACE7194C}" presName="textRect" presStyleLbl="revTx" presStyleIdx="7" presStyleCnt="8">
        <dgm:presLayoutVars>
          <dgm:bulletEnabled/>
        </dgm:presLayoutVars>
      </dgm:prSet>
      <dgm:spPr/>
    </dgm:pt>
  </dgm:ptLst>
  <dgm:cxnLst>
    <dgm:cxn modelId="{C429B306-B44A-49B8-BDCE-5C16BD71D433}" type="presOf" srcId="{7CE325DB-0C42-4B65-9B00-677A425F2A60}" destId="{08D151AE-E773-497C-ADBE-3E43DCD3441E}" srcOrd="0" destOrd="0" presId="urn:microsoft.com/office/officeart/2024/3/layout/hArchList1"/>
    <dgm:cxn modelId="{ADC17509-A301-4391-89FB-36B49F0F2A95}" type="presOf" srcId="{BDA46DEA-35E0-44EA-8A99-035ADD2FC5E8}" destId="{2FEBEF98-1921-484F-AEA5-628F9F474D70}" srcOrd="0" destOrd="0" presId="urn:microsoft.com/office/officeart/2024/3/layout/hArchList1"/>
    <dgm:cxn modelId="{AE480711-EBC0-4293-B47C-55B8C5CE38B9}" srcId="{BA44038C-65CA-4C6F-A620-31E2ACE7194C}" destId="{E7CE9CD1-868A-4CD8-9E96-6D3C2F06DC8D}" srcOrd="0" destOrd="0" parTransId="{0430EA9F-60AC-459C-91A4-605C5DA0A021}" sibTransId="{46DC237F-9E9B-45DD-8AA8-35B947A81E9B}"/>
    <dgm:cxn modelId="{774D8C1E-4B26-41AB-8283-73F0354BFCAF}" srcId="{CB129346-E467-4DCC-8AFB-9CAE0A8C98B0}" destId="{FBF8125E-2572-4981-81B6-76F5B45DABA5}" srcOrd="2" destOrd="0" parTransId="{18E1DFFD-FF06-4742-A0A1-F77D349B7349}" sibTransId="{7CE325DB-0C42-4B65-9B00-677A425F2A60}"/>
    <dgm:cxn modelId="{E4D88025-AD9C-416A-BFB6-E34F63010DE3}" srcId="{BDA46DEA-35E0-44EA-8A99-035ADD2FC5E8}" destId="{BFF64B30-19B5-40CF-876B-15CFF1C2C828}" srcOrd="0" destOrd="0" parTransId="{F9305FF5-9996-4E87-B64D-BCCD58F9884B}" sibTransId="{AE2F3C90-7C5E-434B-B7DF-4AB86B349C09}"/>
    <dgm:cxn modelId="{87C6A23D-3538-4A00-8273-E16B5045BC83}" type="presOf" srcId="{CB129346-E467-4DCC-8AFB-9CAE0A8C98B0}" destId="{68DE1B2C-F3CC-409B-BE37-72217DF9FF29}" srcOrd="0" destOrd="0" presId="urn:microsoft.com/office/officeart/2024/3/layout/hArchList1"/>
    <dgm:cxn modelId="{6F68A05C-CF1A-4F99-9210-E9A43CBE12FA}" srcId="{CB129346-E467-4DCC-8AFB-9CAE0A8C98B0}" destId="{1B1705A8-A107-4642-9DE4-586FB3BDC011}" srcOrd="0" destOrd="0" parTransId="{C4B9A819-B794-4765-B04E-B820A616A09F}" sibTransId="{8D1F7808-3B72-4897-A95D-7B666A1554CF}"/>
    <dgm:cxn modelId="{2188B654-0F88-4C5A-9141-F70EAB75C089}" srcId="{FBF8125E-2572-4981-81B6-76F5B45DABA5}" destId="{9DFE3E14-4B75-4F2B-8940-7712A3576364}" srcOrd="0" destOrd="0" parTransId="{1EADFA87-6DB8-476D-A0CE-CB2653DD5E55}" sibTransId="{D2228E07-A276-41BD-8E51-0106FD4DE070}"/>
    <dgm:cxn modelId="{88B41A77-6DD3-45C8-B38E-67440F0D75B6}" type="presOf" srcId="{FBF8125E-2572-4981-81B6-76F5B45DABA5}" destId="{BE33233E-3346-4BB4-876F-C2BAB10185B8}" srcOrd="0" destOrd="0" presId="urn:microsoft.com/office/officeart/2024/3/layout/hArchList1"/>
    <dgm:cxn modelId="{86592E85-518D-4EF5-96A9-87DE9CAC33A4}" srcId="{1B1705A8-A107-4642-9DE4-586FB3BDC011}" destId="{8631325A-0DDF-4735-AB42-BA3927B5FDC0}" srcOrd="0" destOrd="0" parTransId="{FD630C1B-9897-4D17-8831-F65BC8C181C2}" sibTransId="{954528EE-92C2-4846-BF79-7601ED242ED8}"/>
    <dgm:cxn modelId="{7DC286A1-B6D8-4FD5-B368-D8DEACFF5B63}" type="presOf" srcId="{8D1F7808-3B72-4897-A95D-7B666A1554CF}" destId="{885E9F89-0C11-4EA4-9D16-90EC8F5FA093}" srcOrd="0" destOrd="0" presId="urn:microsoft.com/office/officeart/2024/3/layout/hArchList1"/>
    <dgm:cxn modelId="{07EA6FAC-5327-428F-BD3B-3D43CEDF4476}" srcId="{CB129346-E467-4DCC-8AFB-9CAE0A8C98B0}" destId="{BA44038C-65CA-4C6F-A620-31E2ACE7194C}" srcOrd="3" destOrd="0" parTransId="{B4CC07B4-705D-4D07-973B-F64F718D15A8}" sibTransId="{D7EDED75-2BE0-44D3-9AAF-EA4437FFA808}"/>
    <dgm:cxn modelId="{3C9F15AE-8218-49F2-8279-744FEBA68360}" type="presOf" srcId="{372B3C3A-D86C-4501-8F1C-95E434EFD52D}" destId="{2DDD39CB-9ADD-4E78-B31F-04D8890449BD}" srcOrd="0" destOrd="0" presId="urn:microsoft.com/office/officeart/2024/3/layout/hArchList1"/>
    <dgm:cxn modelId="{AE5CE1B5-C0E7-4C5B-ABB3-9F059CAE2543}" type="presOf" srcId="{BFF64B30-19B5-40CF-876B-15CFF1C2C828}" destId="{DEBAD787-223B-4881-A06D-067FBFEA8093}" srcOrd="0" destOrd="0" presId="urn:microsoft.com/office/officeart/2024/3/layout/hArchList1"/>
    <dgm:cxn modelId="{88B1BEC4-016D-43C5-8CD4-842D01BF1F1F}" type="presOf" srcId="{E7CE9CD1-868A-4CD8-9E96-6D3C2F06DC8D}" destId="{C5631D8E-7A49-4EA9-A2CE-58337D08E1D2}" srcOrd="0" destOrd="0" presId="urn:microsoft.com/office/officeart/2024/3/layout/hArchList1"/>
    <dgm:cxn modelId="{1DA093DC-F5C3-43FC-A284-AD3ED976D622}" type="presOf" srcId="{1B1705A8-A107-4642-9DE4-586FB3BDC011}" destId="{EDB03F89-4FFB-4C1D-A889-B8031DBD839A}" srcOrd="0" destOrd="0" presId="urn:microsoft.com/office/officeart/2024/3/layout/hArchList1"/>
    <dgm:cxn modelId="{C76F32E3-40EB-4B2E-8B36-2F40FD736720}" srcId="{CB129346-E467-4DCC-8AFB-9CAE0A8C98B0}" destId="{BDA46DEA-35E0-44EA-8A99-035ADD2FC5E8}" srcOrd="1" destOrd="0" parTransId="{C2C949B6-4E42-4C1E-9E1C-DD6D596FA55E}" sibTransId="{372B3C3A-D86C-4501-8F1C-95E434EFD52D}"/>
    <dgm:cxn modelId="{EF6E42E6-4484-4719-9897-26261B86EF63}" type="presOf" srcId="{BA44038C-65CA-4C6F-A620-31E2ACE7194C}" destId="{5EE9985D-0C01-4785-A6DC-602B557B7031}" srcOrd="0" destOrd="0" presId="urn:microsoft.com/office/officeart/2024/3/layout/hArchList1"/>
    <dgm:cxn modelId="{DDAAACF2-F69C-4229-B06B-0282F57B4189}" type="presOf" srcId="{8631325A-0DDF-4735-AB42-BA3927B5FDC0}" destId="{BF18B987-CF84-4102-B175-C45B7397E496}" srcOrd="0" destOrd="0" presId="urn:microsoft.com/office/officeart/2024/3/layout/hArchList1"/>
    <dgm:cxn modelId="{D89B2CF7-8A4A-45C4-8E4D-8ECC01F447FA}" type="presOf" srcId="{9DFE3E14-4B75-4F2B-8940-7712A3576364}" destId="{3CBE9D46-2DCE-4333-8E75-9693E5623AFA}" srcOrd="0" destOrd="0" presId="urn:microsoft.com/office/officeart/2024/3/layout/hArchList1"/>
    <dgm:cxn modelId="{EBA29066-7F3C-4F6B-8FA1-0C81909E2202}" type="presParOf" srcId="{68DE1B2C-F3CC-409B-BE37-72217DF9FF29}" destId="{A33E2E59-E07F-4EE0-B079-A48FA0538C3F}" srcOrd="0" destOrd="0" presId="urn:microsoft.com/office/officeart/2024/3/layout/hArchList1"/>
    <dgm:cxn modelId="{5175B70D-93D0-4221-B08E-2E1ABD178A61}" type="presParOf" srcId="{A33E2E59-E07F-4EE0-B079-A48FA0538C3F}" destId="{EDB03F89-4FFB-4C1D-A889-B8031DBD839A}" srcOrd="0" destOrd="0" presId="urn:microsoft.com/office/officeart/2024/3/layout/hArchList1"/>
    <dgm:cxn modelId="{13AF8817-91DE-4E1D-A88D-35C9FCCA2E14}" type="presParOf" srcId="{A33E2E59-E07F-4EE0-B079-A48FA0538C3F}" destId="{BF18B987-CF84-4102-B175-C45B7397E496}" srcOrd="1" destOrd="0" presId="urn:microsoft.com/office/officeart/2024/3/layout/hArchList1"/>
    <dgm:cxn modelId="{F0AA2E21-76FA-4636-94A0-60D0232009AA}" type="presParOf" srcId="{68DE1B2C-F3CC-409B-BE37-72217DF9FF29}" destId="{885E9F89-0C11-4EA4-9D16-90EC8F5FA093}" srcOrd="1" destOrd="0" presId="urn:microsoft.com/office/officeart/2024/3/layout/hArchList1"/>
    <dgm:cxn modelId="{E6CCA0BC-0733-4D7B-AA77-7AC45623D7F0}" type="presParOf" srcId="{68DE1B2C-F3CC-409B-BE37-72217DF9FF29}" destId="{70B712E7-ED28-4A42-BE3C-28BF9E403400}" srcOrd="2" destOrd="0" presId="urn:microsoft.com/office/officeart/2024/3/layout/hArchList1"/>
    <dgm:cxn modelId="{39B73511-D59E-45B7-AE45-7A9A6C7F9D6D}" type="presParOf" srcId="{70B712E7-ED28-4A42-BE3C-28BF9E403400}" destId="{2FEBEF98-1921-484F-AEA5-628F9F474D70}" srcOrd="0" destOrd="0" presId="urn:microsoft.com/office/officeart/2024/3/layout/hArchList1"/>
    <dgm:cxn modelId="{DC411163-8265-4B04-801A-144667EEBAD8}" type="presParOf" srcId="{70B712E7-ED28-4A42-BE3C-28BF9E403400}" destId="{DEBAD787-223B-4881-A06D-067FBFEA8093}" srcOrd="1" destOrd="0" presId="urn:microsoft.com/office/officeart/2024/3/layout/hArchList1"/>
    <dgm:cxn modelId="{F12E491D-1560-46BD-93C5-6562D3D1EF93}" type="presParOf" srcId="{68DE1B2C-F3CC-409B-BE37-72217DF9FF29}" destId="{2DDD39CB-9ADD-4E78-B31F-04D8890449BD}" srcOrd="3" destOrd="0" presId="urn:microsoft.com/office/officeart/2024/3/layout/hArchList1"/>
    <dgm:cxn modelId="{82CB8CC9-E85A-4D45-B514-59BCE1AC7F82}" type="presParOf" srcId="{68DE1B2C-F3CC-409B-BE37-72217DF9FF29}" destId="{66348932-7BFF-4CB5-9A4F-88A8ABB80679}" srcOrd="4" destOrd="0" presId="urn:microsoft.com/office/officeart/2024/3/layout/hArchList1"/>
    <dgm:cxn modelId="{D4899894-55FA-47C2-AE9F-4D0F915188D4}" type="presParOf" srcId="{66348932-7BFF-4CB5-9A4F-88A8ABB80679}" destId="{BE33233E-3346-4BB4-876F-C2BAB10185B8}" srcOrd="0" destOrd="0" presId="urn:microsoft.com/office/officeart/2024/3/layout/hArchList1"/>
    <dgm:cxn modelId="{DC9FA63B-9EDE-4CB4-8038-B6068FA89185}" type="presParOf" srcId="{66348932-7BFF-4CB5-9A4F-88A8ABB80679}" destId="{3CBE9D46-2DCE-4333-8E75-9693E5623AFA}" srcOrd="1" destOrd="0" presId="urn:microsoft.com/office/officeart/2024/3/layout/hArchList1"/>
    <dgm:cxn modelId="{F3294FFC-5F59-4E16-A19A-8A30691AD11A}" type="presParOf" srcId="{68DE1B2C-F3CC-409B-BE37-72217DF9FF29}" destId="{08D151AE-E773-497C-ADBE-3E43DCD3441E}" srcOrd="5" destOrd="0" presId="urn:microsoft.com/office/officeart/2024/3/layout/hArchList1"/>
    <dgm:cxn modelId="{10E47634-B2FA-4533-ADC7-94B7F5B8210F}" type="presParOf" srcId="{68DE1B2C-F3CC-409B-BE37-72217DF9FF29}" destId="{3B4A10A8-6628-4A7A-AE1F-FBBB6CBA4216}" srcOrd="6" destOrd="0" presId="urn:microsoft.com/office/officeart/2024/3/layout/hArchList1"/>
    <dgm:cxn modelId="{754E1727-99AC-4FF1-9E3B-391B26640144}" type="presParOf" srcId="{3B4A10A8-6628-4A7A-AE1F-FBBB6CBA4216}" destId="{5EE9985D-0C01-4785-A6DC-602B557B7031}" srcOrd="0" destOrd="0" presId="urn:microsoft.com/office/officeart/2024/3/layout/hArchList1"/>
    <dgm:cxn modelId="{862DC9FE-50F6-4DB8-825C-DD015FD26AEA}" type="presParOf" srcId="{3B4A10A8-6628-4A7A-AE1F-FBBB6CBA4216}" destId="{C5631D8E-7A49-4EA9-A2CE-58337D08E1D2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2D2E7D-32F6-4410-9843-E261A408A48F}">
      <dsp:nvSpPr>
        <dsp:cNvPr id="0" name=""/>
        <dsp:cNvSpPr/>
      </dsp:nvSpPr>
      <dsp:spPr>
        <a:xfrm>
          <a:off x="0" y="0"/>
          <a:ext cx="2214562" cy="885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Compreensão Histórica da Contabilidade</a:t>
          </a:r>
          <a:endParaRPr lang="en-US" sz="1800" kern="1200"/>
        </a:p>
      </dsp:txBody>
      <dsp:txXfrm>
        <a:off x="0" y="0"/>
        <a:ext cx="2214562" cy="885824"/>
      </dsp:txXfrm>
    </dsp:sp>
    <dsp:sp modelId="{37C6304E-FDA6-4D99-B497-AF473F1BDA83}">
      <dsp:nvSpPr>
        <dsp:cNvPr id="0" name=""/>
        <dsp:cNvSpPr/>
      </dsp:nvSpPr>
      <dsp:spPr>
        <a:xfrm>
          <a:off x="0" y="885824"/>
          <a:ext cx="2214562" cy="2577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A contabilidade é uma ciência social aplicada, moldada por necessidades econômicas, sociais e institucionais ao longo do tempo.</a:t>
          </a:r>
          <a:endParaRPr lang="en-US" sz="1400" kern="1200"/>
        </a:p>
      </dsp:txBody>
      <dsp:txXfrm>
        <a:off x="0" y="885824"/>
        <a:ext cx="2214562" cy="2577489"/>
      </dsp:txXfrm>
    </dsp:sp>
    <dsp:sp modelId="{353170C2-022E-4104-98FD-1D795F822040}">
      <dsp:nvSpPr>
        <dsp:cNvPr id="0" name=""/>
        <dsp:cNvSpPr/>
      </dsp:nvSpPr>
      <dsp:spPr>
        <a:xfrm>
          <a:off x="2436018" y="0"/>
          <a:ext cx="2214562" cy="885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Objetivos de Aprendizagem</a:t>
          </a:r>
          <a:endParaRPr lang="en-US" sz="1800" kern="1200"/>
        </a:p>
      </dsp:txBody>
      <dsp:txXfrm>
        <a:off x="2436018" y="0"/>
        <a:ext cx="2214562" cy="885824"/>
      </dsp:txXfrm>
    </dsp:sp>
    <dsp:sp modelId="{874FF66A-06F0-4E83-97B5-CC1C4B48B897}">
      <dsp:nvSpPr>
        <dsp:cNvPr id="0" name=""/>
        <dsp:cNvSpPr/>
      </dsp:nvSpPr>
      <dsp:spPr>
        <a:xfrm>
          <a:off x="2436018" y="885824"/>
          <a:ext cx="2214562" cy="2577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Identificar fases históricas, analisar impactos e comparar contabilidade tradicional e moderna com foco na tecnologia.</a:t>
          </a:r>
          <a:endParaRPr lang="en-US" sz="1400" kern="1200"/>
        </a:p>
      </dsp:txBody>
      <dsp:txXfrm>
        <a:off x="2436018" y="885824"/>
        <a:ext cx="2214562" cy="2577489"/>
      </dsp:txXfrm>
    </dsp:sp>
    <dsp:sp modelId="{45929AB0-067D-4B2F-B073-089C3AFC0523}">
      <dsp:nvSpPr>
        <dsp:cNvPr id="0" name=""/>
        <dsp:cNvSpPr/>
      </dsp:nvSpPr>
      <dsp:spPr>
        <a:xfrm>
          <a:off x="4872036" y="0"/>
          <a:ext cx="2214562" cy="885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Pensamento Crítico e Ética</a:t>
          </a:r>
          <a:endParaRPr lang="en-US" sz="1800" kern="1200"/>
        </a:p>
      </dsp:txBody>
      <dsp:txXfrm>
        <a:off x="4872036" y="0"/>
        <a:ext cx="2214562" cy="885824"/>
      </dsp:txXfrm>
    </dsp:sp>
    <dsp:sp modelId="{5C274AEB-E0FD-416E-A7BF-5EE490247F75}">
      <dsp:nvSpPr>
        <dsp:cNvPr id="0" name=""/>
        <dsp:cNvSpPr/>
      </dsp:nvSpPr>
      <dsp:spPr>
        <a:xfrm>
          <a:off x="4872036" y="885824"/>
          <a:ext cx="2214562" cy="2577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Incentivar análise crítica e uso ético da inteligência artificial para apoiar o aprendizado contábil.</a:t>
          </a:r>
          <a:endParaRPr lang="en-US" sz="1400" kern="1200"/>
        </a:p>
      </dsp:txBody>
      <dsp:txXfrm>
        <a:off x="4872036" y="885824"/>
        <a:ext cx="2214562" cy="25774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AE9AC9-5DFA-4937-8403-B7BE4D49A69B}">
      <dsp:nvSpPr>
        <dsp:cNvPr id="0" name=""/>
        <dsp:cNvSpPr/>
      </dsp:nvSpPr>
      <dsp:spPr>
        <a:xfrm>
          <a:off x="0" y="0"/>
          <a:ext cx="2214562" cy="616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Contabilidade Empírica Inicial</a:t>
          </a:r>
          <a:endParaRPr lang="en-US" sz="1800" kern="1200"/>
        </a:p>
      </dsp:txBody>
      <dsp:txXfrm>
        <a:off x="0" y="0"/>
        <a:ext cx="2214562" cy="616078"/>
      </dsp:txXfrm>
    </dsp:sp>
    <dsp:sp modelId="{ADE70EC5-FE09-41C0-B4F5-F9BB38F9A672}">
      <dsp:nvSpPr>
        <dsp:cNvPr id="0" name=""/>
        <dsp:cNvSpPr/>
      </dsp:nvSpPr>
      <dsp:spPr>
        <a:xfrm>
          <a:off x="0" y="616078"/>
          <a:ext cx="2214562" cy="2847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Na Antiguidade, a contabilidade era usada para controlar bens, tributos e estoques de forma prática e empírica.</a:t>
          </a:r>
          <a:endParaRPr lang="en-US" sz="1400" kern="1200"/>
        </a:p>
      </dsp:txBody>
      <dsp:txXfrm>
        <a:off x="0" y="616078"/>
        <a:ext cx="2214562" cy="2847235"/>
      </dsp:txXfrm>
    </dsp:sp>
    <dsp:sp modelId="{15F1B457-FD3A-4579-A911-F7DFFA6B572E}">
      <dsp:nvSpPr>
        <dsp:cNvPr id="0" name=""/>
        <dsp:cNvSpPr/>
      </dsp:nvSpPr>
      <dsp:spPr>
        <a:xfrm>
          <a:off x="2436018" y="0"/>
          <a:ext cx="2214562" cy="616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Práticas Contábeis nas Civilizações</a:t>
          </a:r>
          <a:endParaRPr lang="en-US" sz="1800" kern="1200"/>
        </a:p>
      </dsp:txBody>
      <dsp:txXfrm>
        <a:off x="2436018" y="0"/>
        <a:ext cx="2214562" cy="616078"/>
      </dsp:txXfrm>
    </dsp:sp>
    <dsp:sp modelId="{0396AEEB-D68C-49A2-B282-380634FCCC63}">
      <dsp:nvSpPr>
        <dsp:cNvPr id="0" name=""/>
        <dsp:cNvSpPr/>
      </dsp:nvSpPr>
      <dsp:spPr>
        <a:xfrm>
          <a:off x="2436018" y="616078"/>
          <a:ext cx="2214562" cy="2847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Mesopotâmia, Egito e Roma utilizavam registros rudimentares para organizar economia e gestão patrimonial.</a:t>
          </a:r>
          <a:endParaRPr lang="en-US" sz="1400" kern="1200"/>
        </a:p>
      </dsp:txBody>
      <dsp:txXfrm>
        <a:off x="2436018" y="616078"/>
        <a:ext cx="2214562" cy="2847235"/>
      </dsp:txXfrm>
    </dsp:sp>
    <dsp:sp modelId="{32F4B453-9E95-4EA7-91F2-E1EC53308044}">
      <dsp:nvSpPr>
        <dsp:cNvPr id="0" name=""/>
        <dsp:cNvSpPr/>
      </dsp:nvSpPr>
      <dsp:spPr>
        <a:xfrm>
          <a:off x="4872036" y="0"/>
          <a:ext cx="2214562" cy="616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Importância Histórica</a:t>
          </a:r>
          <a:endParaRPr lang="en-US" sz="1800" kern="1200"/>
        </a:p>
      </dsp:txBody>
      <dsp:txXfrm>
        <a:off x="4872036" y="0"/>
        <a:ext cx="2214562" cy="616078"/>
      </dsp:txXfrm>
    </dsp:sp>
    <dsp:sp modelId="{60F53DDC-D3CC-4536-9458-0F0A9CC275A8}">
      <dsp:nvSpPr>
        <dsp:cNvPr id="0" name=""/>
        <dsp:cNvSpPr/>
      </dsp:nvSpPr>
      <dsp:spPr>
        <a:xfrm>
          <a:off x="4872036" y="616078"/>
          <a:ext cx="2214562" cy="2847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Esses registros foram fundamentais para o desenvolvimento social e político ao garantir o controle de recursos e tributos.</a:t>
          </a:r>
          <a:endParaRPr lang="en-US" sz="1400" kern="1200"/>
        </a:p>
      </dsp:txBody>
      <dsp:txXfrm>
        <a:off x="4872036" y="616078"/>
        <a:ext cx="2214562" cy="28472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D48096-E771-4AE6-9914-9C761200A842}">
      <dsp:nvSpPr>
        <dsp:cNvPr id="0" name=""/>
        <dsp:cNvSpPr/>
      </dsp:nvSpPr>
      <dsp:spPr>
        <a:xfrm>
          <a:off x="0" y="0"/>
          <a:ext cx="2497881" cy="60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Crescimento do Comércio Medieval</a:t>
          </a:r>
          <a:endParaRPr lang="en-US" sz="1800" kern="1200"/>
        </a:p>
      </dsp:txBody>
      <dsp:txXfrm>
        <a:off x="0" y="0"/>
        <a:ext cx="2497881" cy="606015"/>
      </dsp:txXfrm>
    </dsp:sp>
    <dsp:sp modelId="{25046806-86CA-49C4-8C0C-BAB107CF0B08}">
      <dsp:nvSpPr>
        <dsp:cNvPr id="0" name=""/>
        <dsp:cNvSpPr/>
      </dsp:nvSpPr>
      <dsp:spPr>
        <a:xfrm>
          <a:off x="0" y="606015"/>
          <a:ext cx="2497881" cy="2137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O crescimento do comércio na Idade Média impulsionou a necessidade de métodos contábeis mais organizados e confiáveis.</a:t>
          </a:r>
          <a:endParaRPr lang="en-US" sz="1400" kern="1200"/>
        </a:p>
      </dsp:txBody>
      <dsp:txXfrm>
        <a:off x="0" y="606015"/>
        <a:ext cx="2497881" cy="2137184"/>
      </dsp:txXfrm>
    </dsp:sp>
    <dsp:sp modelId="{C053A0AF-3024-44BE-8712-EED88938A80A}">
      <dsp:nvSpPr>
        <dsp:cNvPr id="0" name=""/>
        <dsp:cNvSpPr/>
      </dsp:nvSpPr>
      <dsp:spPr>
        <a:xfrm>
          <a:off x="2747669" y="0"/>
          <a:ext cx="2497881" cy="60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Método das Partidas Dobradas</a:t>
          </a:r>
          <a:endParaRPr lang="en-US" sz="1800" kern="1200"/>
        </a:p>
      </dsp:txBody>
      <dsp:txXfrm>
        <a:off x="2747669" y="0"/>
        <a:ext cx="2497881" cy="606015"/>
      </dsp:txXfrm>
    </dsp:sp>
    <dsp:sp modelId="{C963557D-1CD7-4296-938A-03838B84923E}">
      <dsp:nvSpPr>
        <dsp:cNvPr id="0" name=""/>
        <dsp:cNvSpPr/>
      </dsp:nvSpPr>
      <dsp:spPr>
        <a:xfrm>
          <a:off x="2747669" y="606015"/>
          <a:ext cx="2497881" cy="2137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As partidas dobradas permitiram registrar débitos e créditos simultaneamente, aumentando a precisão contábil.</a:t>
          </a:r>
          <a:endParaRPr lang="en-US" sz="1400" kern="1200"/>
        </a:p>
      </dsp:txBody>
      <dsp:txXfrm>
        <a:off x="2747669" y="606015"/>
        <a:ext cx="2497881" cy="2137184"/>
      </dsp:txXfrm>
    </dsp:sp>
    <dsp:sp modelId="{FC0D4795-B03D-4B76-A1B5-F03E62FCCDEC}">
      <dsp:nvSpPr>
        <dsp:cNvPr id="0" name=""/>
        <dsp:cNvSpPr/>
      </dsp:nvSpPr>
      <dsp:spPr>
        <a:xfrm>
          <a:off x="5495338" y="0"/>
          <a:ext cx="2497881" cy="60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Contribuição de Luca Pacioli</a:t>
          </a:r>
          <a:endParaRPr lang="en-US" sz="1800" kern="1200"/>
        </a:p>
      </dsp:txBody>
      <dsp:txXfrm>
        <a:off x="5495338" y="0"/>
        <a:ext cx="2497881" cy="606015"/>
      </dsp:txXfrm>
    </dsp:sp>
    <dsp:sp modelId="{DA978811-067C-4C6C-876E-B82F5A8FD233}">
      <dsp:nvSpPr>
        <dsp:cNvPr id="0" name=""/>
        <dsp:cNvSpPr/>
      </dsp:nvSpPr>
      <dsp:spPr>
        <a:xfrm>
          <a:off x="5495338" y="606015"/>
          <a:ext cx="2497881" cy="2137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Luca Pacioli sistematizou o método das partidas dobradas no século XV, consolidando a contabilidade moderna.</a:t>
          </a:r>
          <a:endParaRPr lang="en-US" sz="1400" kern="1200"/>
        </a:p>
      </dsp:txBody>
      <dsp:txXfrm>
        <a:off x="5495338" y="606015"/>
        <a:ext cx="2497881" cy="2137184"/>
      </dsp:txXfrm>
    </dsp:sp>
    <dsp:sp modelId="{FFF6CB1C-47F8-488A-9E0B-525E629F2F0E}">
      <dsp:nvSpPr>
        <dsp:cNvPr id="0" name=""/>
        <dsp:cNvSpPr/>
      </dsp:nvSpPr>
      <dsp:spPr>
        <a:xfrm>
          <a:off x="8243007" y="0"/>
          <a:ext cx="2497881" cy="60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Transição para Técnica Estruturada</a:t>
          </a:r>
          <a:endParaRPr lang="en-US" sz="1800" kern="1200"/>
        </a:p>
      </dsp:txBody>
      <dsp:txXfrm>
        <a:off x="8243007" y="0"/>
        <a:ext cx="2497881" cy="606015"/>
      </dsp:txXfrm>
    </dsp:sp>
    <dsp:sp modelId="{840D6D32-E690-4493-9A76-155B4D115338}">
      <dsp:nvSpPr>
        <dsp:cNvPr id="0" name=""/>
        <dsp:cNvSpPr/>
      </dsp:nvSpPr>
      <dsp:spPr>
        <a:xfrm>
          <a:off x="8243007" y="606015"/>
          <a:ext cx="2497881" cy="2137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A Idade Média marcou a passagem da contabilidade empírica para técnicas estruturadas alinhadas à economia crescente.</a:t>
          </a:r>
          <a:endParaRPr lang="en-US" sz="1400" kern="1200"/>
        </a:p>
      </dsp:txBody>
      <dsp:txXfrm>
        <a:off x="8243007" y="606015"/>
        <a:ext cx="2497881" cy="21371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2CC886-DE2F-4DD6-BDB6-D880444A5A1C}">
      <dsp:nvSpPr>
        <dsp:cNvPr id="0" name=""/>
        <dsp:cNvSpPr/>
      </dsp:nvSpPr>
      <dsp:spPr>
        <a:xfrm>
          <a:off x="0" y="0"/>
          <a:ext cx="2497881" cy="885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Expansão do Comércio e Capitalismo</a:t>
          </a:r>
          <a:endParaRPr lang="en-US" sz="1800" kern="1200"/>
        </a:p>
      </dsp:txBody>
      <dsp:txXfrm>
        <a:off x="0" y="0"/>
        <a:ext cx="2497881" cy="885897"/>
      </dsp:txXfrm>
    </dsp:sp>
    <dsp:sp modelId="{A255D7B9-7595-4CC9-B5B8-52B645F13492}">
      <dsp:nvSpPr>
        <dsp:cNvPr id="0" name=""/>
        <dsp:cNvSpPr/>
      </dsp:nvSpPr>
      <dsp:spPr>
        <a:xfrm>
          <a:off x="0" y="885897"/>
          <a:ext cx="2497881" cy="1856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A contabilidade evoluiu junto com o comércio internacional e o fortalecimento do capitalismo, ganhando importância nas empresas.</a:t>
          </a:r>
          <a:endParaRPr lang="en-US" sz="1400" kern="1200"/>
        </a:p>
      </dsp:txBody>
      <dsp:txXfrm>
        <a:off x="0" y="885897"/>
        <a:ext cx="2497881" cy="1856372"/>
      </dsp:txXfrm>
    </dsp:sp>
    <dsp:sp modelId="{9D59ADA3-BB11-479B-B295-2C76A0A5CD10}">
      <dsp:nvSpPr>
        <dsp:cNvPr id="0" name=""/>
        <dsp:cNvSpPr/>
      </dsp:nvSpPr>
      <dsp:spPr>
        <a:xfrm>
          <a:off x="2747669" y="0"/>
          <a:ext cx="2497881" cy="885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Impacto da Revolução Industrial</a:t>
          </a:r>
          <a:endParaRPr lang="en-US" sz="1800" kern="1200"/>
        </a:p>
      </dsp:txBody>
      <dsp:txXfrm>
        <a:off x="2747669" y="0"/>
        <a:ext cx="2497881" cy="885897"/>
      </dsp:txXfrm>
    </dsp:sp>
    <dsp:sp modelId="{4A83CB14-5555-4535-892A-6625946398DF}">
      <dsp:nvSpPr>
        <dsp:cNvPr id="0" name=""/>
        <dsp:cNvSpPr/>
      </dsp:nvSpPr>
      <dsp:spPr>
        <a:xfrm>
          <a:off x="2747669" y="885897"/>
          <a:ext cx="2497881" cy="1856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A Revolução Industrial aumentou a complexidade econômica, exigindo controles contábeis mais rigorosos e padronizados.</a:t>
          </a:r>
          <a:endParaRPr lang="en-US" sz="1400" kern="1200"/>
        </a:p>
      </dsp:txBody>
      <dsp:txXfrm>
        <a:off x="2747669" y="885897"/>
        <a:ext cx="2497881" cy="1856372"/>
      </dsp:txXfrm>
    </dsp:sp>
    <dsp:sp modelId="{FBFE752B-016D-4C77-9E8A-16B8A34F8777}">
      <dsp:nvSpPr>
        <dsp:cNvPr id="0" name=""/>
        <dsp:cNvSpPr/>
      </dsp:nvSpPr>
      <dsp:spPr>
        <a:xfrm>
          <a:off x="5495338" y="0"/>
          <a:ext cx="2497881" cy="885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Normas e Princípios Contábeis</a:t>
          </a:r>
          <a:endParaRPr lang="en-US" sz="1800" kern="1200"/>
        </a:p>
      </dsp:txBody>
      <dsp:txXfrm>
        <a:off x="5495338" y="0"/>
        <a:ext cx="2497881" cy="885897"/>
      </dsp:txXfrm>
    </dsp:sp>
    <dsp:sp modelId="{AEED114D-6E17-472E-A6DC-4935470804C6}">
      <dsp:nvSpPr>
        <dsp:cNvPr id="0" name=""/>
        <dsp:cNvSpPr/>
      </dsp:nvSpPr>
      <dsp:spPr>
        <a:xfrm>
          <a:off x="5495338" y="885897"/>
          <a:ext cx="2497881" cy="1856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Foram criadas normas para representar a realidade financeira, transformando a contabilidade em ferramenta estratégica.</a:t>
          </a:r>
          <a:endParaRPr lang="en-US" sz="1400" kern="1200"/>
        </a:p>
      </dsp:txBody>
      <dsp:txXfrm>
        <a:off x="5495338" y="885897"/>
        <a:ext cx="2497881" cy="1856372"/>
      </dsp:txXfrm>
    </dsp:sp>
    <dsp:sp modelId="{ED567494-44D7-4AA3-91AC-7B1DF8E3D953}">
      <dsp:nvSpPr>
        <dsp:cNvPr id="0" name=""/>
        <dsp:cNvSpPr/>
      </dsp:nvSpPr>
      <dsp:spPr>
        <a:xfrm>
          <a:off x="8243007" y="0"/>
          <a:ext cx="2497881" cy="885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Desenvolvimento das Escolas Contábeis</a:t>
          </a:r>
          <a:endParaRPr lang="en-US" sz="1800" kern="1200"/>
        </a:p>
      </dsp:txBody>
      <dsp:txXfrm>
        <a:off x="8243007" y="0"/>
        <a:ext cx="2497881" cy="885897"/>
      </dsp:txXfrm>
    </dsp:sp>
    <dsp:sp modelId="{E045487E-B7C7-40DB-874F-A37051E5010D}">
      <dsp:nvSpPr>
        <dsp:cNvPr id="0" name=""/>
        <dsp:cNvSpPr/>
      </dsp:nvSpPr>
      <dsp:spPr>
        <a:xfrm>
          <a:off x="8243007" y="885897"/>
          <a:ext cx="2497881" cy="1856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As primeiras escolas contábeis surgiram para fundamentar teoricamente as práticas adotadas na contabilidade moderna.</a:t>
          </a:r>
          <a:endParaRPr lang="en-US" sz="1400" kern="1200"/>
        </a:p>
      </dsp:txBody>
      <dsp:txXfrm>
        <a:off x="8243007" y="885897"/>
        <a:ext cx="2497881" cy="18563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B5BC60-F6D9-4570-A49E-3772480F4253}">
      <dsp:nvSpPr>
        <dsp:cNvPr id="0" name=""/>
        <dsp:cNvSpPr/>
      </dsp:nvSpPr>
      <dsp:spPr>
        <a:xfrm>
          <a:off x="0" y="0"/>
          <a:ext cx="2497881" cy="60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Evolução da Contabilidade</a:t>
          </a:r>
          <a:endParaRPr lang="en-US" sz="1800" kern="1200"/>
        </a:p>
      </dsp:txBody>
      <dsp:txXfrm>
        <a:off x="0" y="0"/>
        <a:ext cx="2497881" cy="606015"/>
      </dsp:txXfrm>
    </dsp:sp>
    <dsp:sp modelId="{E97BC08F-E667-4157-9E3E-238B14984B5F}">
      <dsp:nvSpPr>
        <dsp:cNvPr id="0" name=""/>
        <dsp:cNvSpPr/>
      </dsp:nvSpPr>
      <dsp:spPr>
        <a:xfrm>
          <a:off x="0" y="606015"/>
          <a:ext cx="2497881" cy="2137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A Contabilidade se tornou uma ciência social aplicada, integrando economia, administração e direito.</a:t>
          </a:r>
          <a:endParaRPr lang="en-US" sz="1400" kern="1200"/>
        </a:p>
      </dsp:txBody>
      <dsp:txXfrm>
        <a:off x="0" y="606015"/>
        <a:ext cx="2497881" cy="2137184"/>
      </dsp:txXfrm>
    </dsp:sp>
    <dsp:sp modelId="{8E55E474-290D-45C7-9B5E-5A5D31347D76}">
      <dsp:nvSpPr>
        <dsp:cNvPr id="0" name=""/>
        <dsp:cNvSpPr/>
      </dsp:nvSpPr>
      <dsp:spPr>
        <a:xfrm>
          <a:off x="2747669" y="0"/>
          <a:ext cx="2497881" cy="60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Normatização Internacional</a:t>
          </a:r>
          <a:endParaRPr lang="en-US" sz="1800" kern="1200"/>
        </a:p>
      </dsp:txBody>
      <dsp:txXfrm>
        <a:off x="2747669" y="0"/>
        <a:ext cx="2497881" cy="606015"/>
      </dsp:txXfrm>
    </dsp:sp>
    <dsp:sp modelId="{2DCC534E-6EB6-4123-AD07-A55F6E657EFE}">
      <dsp:nvSpPr>
        <dsp:cNvPr id="0" name=""/>
        <dsp:cNvSpPr/>
      </dsp:nvSpPr>
      <dsp:spPr>
        <a:xfrm>
          <a:off x="2747669" y="606015"/>
          <a:ext cx="2497881" cy="2137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Adoção de padrões globais como IFRS trouxe uniformidade e transparência para relatórios contábeis.</a:t>
          </a:r>
          <a:endParaRPr lang="en-US" sz="1400" kern="1200"/>
        </a:p>
      </dsp:txBody>
      <dsp:txXfrm>
        <a:off x="2747669" y="606015"/>
        <a:ext cx="2497881" cy="2137184"/>
      </dsp:txXfrm>
    </dsp:sp>
    <dsp:sp modelId="{368C94D6-82A9-401E-865B-B7CB3E43CC3D}">
      <dsp:nvSpPr>
        <dsp:cNvPr id="0" name=""/>
        <dsp:cNvSpPr/>
      </dsp:nvSpPr>
      <dsp:spPr>
        <a:xfrm>
          <a:off x="5495338" y="0"/>
          <a:ext cx="2497881" cy="60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Tecnologia na Contabilidade</a:t>
          </a:r>
          <a:endParaRPr lang="en-US" sz="1800" kern="1200"/>
        </a:p>
      </dsp:txBody>
      <dsp:txXfrm>
        <a:off x="5495338" y="0"/>
        <a:ext cx="2497881" cy="606015"/>
      </dsp:txXfrm>
    </dsp:sp>
    <dsp:sp modelId="{DAF7904D-AEC1-42BF-949A-A49640C974E5}">
      <dsp:nvSpPr>
        <dsp:cNvPr id="0" name=""/>
        <dsp:cNvSpPr/>
      </dsp:nvSpPr>
      <dsp:spPr>
        <a:xfrm>
          <a:off x="5495338" y="606015"/>
          <a:ext cx="2497881" cy="2137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Softwares de gestão, análise de dados e inteligência artificial revolucionaram a prática contábil.</a:t>
          </a:r>
          <a:endParaRPr lang="en-US" sz="1400" kern="1200"/>
        </a:p>
      </dsp:txBody>
      <dsp:txXfrm>
        <a:off x="5495338" y="606015"/>
        <a:ext cx="2497881" cy="2137184"/>
      </dsp:txXfrm>
    </dsp:sp>
    <dsp:sp modelId="{F6109648-D7BA-4B29-863E-173264E82D51}">
      <dsp:nvSpPr>
        <dsp:cNvPr id="0" name=""/>
        <dsp:cNvSpPr/>
      </dsp:nvSpPr>
      <dsp:spPr>
        <a:xfrm>
          <a:off x="8243007" y="0"/>
          <a:ext cx="2497881" cy="60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Papel Estratégico do Contador</a:t>
          </a:r>
          <a:endParaRPr lang="en-US" sz="1800" kern="1200"/>
        </a:p>
      </dsp:txBody>
      <dsp:txXfrm>
        <a:off x="8243007" y="0"/>
        <a:ext cx="2497881" cy="606015"/>
      </dsp:txXfrm>
    </dsp:sp>
    <dsp:sp modelId="{175C381A-1E8D-4119-9BC6-CB942D33D492}">
      <dsp:nvSpPr>
        <dsp:cNvPr id="0" name=""/>
        <dsp:cNvSpPr/>
      </dsp:nvSpPr>
      <dsp:spPr>
        <a:xfrm>
          <a:off x="8243007" y="606015"/>
          <a:ext cx="2497881" cy="2137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O contador atua como analista e consultor, usando tecnologia para apoiar decisões estratégicas.</a:t>
          </a:r>
          <a:endParaRPr lang="en-US" sz="1400" kern="1200"/>
        </a:p>
      </dsp:txBody>
      <dsp:txXfrm>
        <a:off x="8243007" y="606015"/>
        <a:ext cx="2497881" cy="213718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B03F89-4FFB-4C1D-A889-B8031DBD839A}">
      <dsp:nvSpPr>
        <dsp:cNvPr id="0" name=""/>
        <dsp:cNvSpPr/>
      </dsp:nvSpPr>
      <dsp:spPr>
        <a:xfrm>
          <a:off x="0" y="0"/>
          <a:ext cx="2497881" cy="60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Contabilidade Tradicional</a:t>
          </a:r>
          <a:endParaRPr lang="en-US" sz="1800" kern="1200"/>
        </a:p>
      </dsp:txBody>
      <dsp:txXfrm>
        <a:off x="0" y="0"/>
        <a:ext cx="2497881" cy="606015"/>
      </dsp:txXfrm>
    </dsp:sp>
    <dsp:sp modelId="{BF18B987-CF84-4102-B175-C45B7397E496}">
      <dsp:nvSpPr>
        <dsp:cNvPr id="0" name=""/>
        <dsp:cNvSpPr/>
      </dsp:nvSpPr>
      <dsp:spPr>
        <a:xfrm>
          <a:off x="0" y="606015"/>
          <a:ext cx="2497881" cy="2137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Era focada no registro técnico e controle patrimonial, com processos manuais e documentação física.</a:t>
          </a:r>
          <a:endParaRPr lang="en-US" sz="1400" kern="1200"/>
        </a:p>
      </dsp:txBody>
      <dsp:txXfrm>
        <a:off x="0" y="606015"/>
        <a:ext cx="2497881" cy="2137184"/>
      </dsp:txXfrm>
    </dsp:sp>
    <dsp:sp modelId="{2FEBEF98-1921-484F-AEA5-628F9F474D70}">
      <dsp:nvSpPr>
        <dsp:cNvPr id="0" name=""/>
        <dsp:cNvSpPr/>
      </dsp:nvSpPr>
      <dsp:spPr>
        <a:xfrm>
          <a:off x="2747669" y="0"/>
          <a:ext cx="2497881" cy="60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Contabilidade Moderna Estratégica</a:t>
          </a:r>
          <a:endParaRPr lang="en-US" sz="1800" kern="1200"/>
        </a:p>
      </dsp:txBody>
      <dsp:txXfrm>
        <a:off x="2747669" y="0"/>
        <a:ext cx="2497881" cy="606015"/>
      </dsp:txXfrm>
    </dsp:sp>
    <dsp:sp modelId="{DEBAD787-223B-4881-A06D-067FBFEA8093}">
      <dsp:nvSpPr>
        <dsp:cNvPr id="0" name=""/>
        <dsp:cNvSpPr/>
      </dsp:nvSpPr>
      <dsp:spPr>
        <a:xfrm>
          <a:off x="2747669" y="606015"/>
          <a:ext cx="2497881" cy="2137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Suporta a gestão usando informações precisas e análises avançadas para a tomada de decisões estratégicas.</a:t>
          </a:r>
          <a:endParaRPr lang="en-US" sz="1400" kern="1200"/>
        </a:p>
      </dsp:txBody>
      <dsp:txXfrm>
        <a:off x="2747669" y="606015"/>
        <a:ext cx="2497881" cy="2137184"/>
      </dsp:txXfrm>
    </dsp:sp>
    <dsp:sp modelId="{BE33233E-3346-4BB4-876F-C2BAB10185B8}">
      <dsp:nvSpPr>
        <dsp:cNvPr id="0" name=""/>
        <dsp:cNvSpPr/>
      </dsp:nvSpPr>
      <dsp:spPr>
        <a:xfrm>
          <a:off x="5495338" y="0"/>
          <a:ext cx="2497881" cy="60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Tecnologia e Automação</a:t>
          </a:r>
          <a:endParaRPr lang="en-US" sz="1800" kern="1200"/>
        </a:p>
      </dsp:txBody>
      <dsp:txXfrm>
        <a:off x="5495338" y="0"/>
        <a:ext cx="2497881" cy="606015"/>
      </dsp:txXfrm>
    </dsp:sp>
    <dsp:sp modelId="{3CBE9D46-2DCE-4333-8E75-9693E5623AFA}">
      <dsp:nvSpPr>
        <dsp:cNvPr id="0" name=""/>
        <dsp:cNvSpPr/>
      </dsp:nvSpPr>
      <dsp:spPr>
        <a:xfrm>
          <a:off x="5495338" y="606015"/>
          <a:ext cx="2497881" cy="2137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Uso de automação, integração de sistemas e inteligência artificial para otimizar processos e prever cenários.</a:t>
          </a:r>
          <a:endParaRPr lang="en-US" sz="1400" kern="1200"/>
        </a:p>
      </dsp:txBody>
      <dsp:txXfrm>
        <a:off x="5495338" y="606015"/>
        <a:ext cx="2497881" cy="2137184"/>
      </dsp:txXfrm>
    </dsp:sp>
    <dsp:sp modelId="{5EE9985D-0C01-4785-A6DC-602B557B7031}">
      <dsp:nvSpPr>
        <dsp:cNvPr id="0" name=""/>
        <dsp:cNvSpPr/>
      </dsp:nvSpPr>
      <dsp:spPr>
        <a:xfrm>
          <a:off x="8243007" y="0"/>
          <a:ext cx="2497881" cy="60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i="0" kern="1200"/>
            <a:t>Desafios Éticos</a:t>
          </a:r>
          <a:endParaRPr lang="en-US" sz="1800" kern="1200"/>
        </a:p>
      </dsp:txBody>
      <dsp:txXfrm>
        <a:off x="8243007" y="0"/>
        <a:ext cx="2497881" cy="606015"/>
      </dsp:txXfrm>
    </dsp:sp>
    <dsp:sp modelId="{C5631D8E-7A49-4EA9-A2CE-58337D08E1D2}">
      <dsp:nvSpPr>
        <dsp:cNvPr id="0" name=""/>
        <dsp:cNvSpPr/>
      </dsp:nvSpPr>
      <dsp:spPr>
        <a:xfrm>
          <a:off x="8243007" y="606015"/>
          <a:ext cx="2497881" cy="2137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Necessidade de validar dados gerados por IA e garantir a segurança das informações contábeis.</a:t>
          </a:r>
          <a:endParaRPr lang="en-US" sz="1400" kern="1200"/>
        </a:p>
      </dsp:txBody>
      <dsp:txXfrm>
        <a:off x="8243007" y="606015"/>
        <a:ext cx="2497881" cy="21371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223FF85-4E34-4546-B772-76DFA4A6051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1BF7180-4EDD-4E08-9775-7398C11D66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B5CC398-6116-4BD2-9FAD-9822FDA158BE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8EFF46E-6B43-41F9-9272-B566D03A251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Os conteúdos gerados por IA poderão estar incorretos.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26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https://unisantabr-my.sharepoint.com/personal/rafaelmoratelli_unisanta_br/_layouts/15/Doc.aspx?sourcedoc=%7B478A7818-20C9-4ED9-896C-AD0A8714BF43%7D&amp;file=Plano_de_Aula_IA.docx&amp;action=default&amp;mobileredirect=true
Contextualização e objetivos de aprendizagem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8EFF46E-6B43-41F9-9272-B566D03A25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96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https://unisantabr-my.sharepoint.com/personal/rafaelmoratelli_unisanta_br/_layouts/15/Doc.aspx?sourcedoc=%7B478A7818-20C9-4ED9-896C-AD0A8714BF43%7D&amp;file=Plano_de_Aula_IA.docx&amp;action=default&amp;mobileredirect=true
A aula sobre Evolução Histórica da Contabilidade insere-se no eixo teórico-conceitual da formação contábil, permitindo ao universitário compreender a Contabilidade como uma ciência social aplicada, construída historicamente em resposta às necessidades econômicas, sociais e institucionais de cada época. Os objetivos principais incluem identificar as fases da evolução histórica da Contabilidade, relacionar marcos históricos aos contextos econômicos e sociais, analisar criticamente como essa evolução influenciou princípios, normas e práticas atuais, e comparar características da Contabilidade tradicional e moderna, destacando o papel da tecnologia e da informação. Essa abordagem promove pensamento crítico, contextualização histórica e compreensão do papel social da Contabilidade, além de incentivar o uso ético da inteligência artificial como apoio ao aprendizado.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8EFF46E-6B43-41F9-9272-B566D03A25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329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https://unisantabr-my.sharepoint.com/personal/rafaelmoratelli_unisanta_br/_layouts/15/Doc.aspx?sourcedoc=%7B478A7818-20C9-4ED9-896C-AD0A8714BF43%7D&amp;file=Plano_de_Aula_IA.docx&amp;action=default&amp;mobileredirect=true
Antiguidade, Idade Média, Idade Moderna, Idade Contemporânea e Era Digital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8EFF46E-6B43-41F9-9272-B566D03A25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39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https://unisantabr-my.sharepoint.com/personal/rafaelmoratelli_unisanta_br/_layouts/15/Doc.aspx?sourcedoc=%7B478A7818-20C9-4ED9-896C-AD0A8714BF43%7D&amp;file=Plano_de_Aula_IA.docx&amp;action=default&amp;mobileredirect=true
Na Antiguidade, a Contabilidade tinha caráter empírico e estava voltada principalmente ao controle de bens, tributos e estoques. Os primeiros registros eram feitos em tábuas de argila na Mesopotâmia, e práticas semelhantes foram observadas no Egito e em Roma. Esses registros rudimentares atendiam às necessidades básicas de organização econômica e gestão patrimonial, sem qualquer sistematização teórica. A importância dessa fase reside no fato de que ela representa o início da preocupação humana com a mensuração e controle de recursos, estabelecendo as bases para práticas mais complexas que surgiriam posteriormente. Embora simples, esses registros foram fundamentais para o desenvolvimento das civilizações, pois permitiam acompanhar transações e garantir a arrecadação de tributos, aspectos essenciais para a manutenção das estruturas sociais e políticas da época.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8EFF46E-6B43-41F9-9272-B566D03A25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76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https://unisantabr-my.sharepoint.com/personal/rafaelmoratelli_unisanta_br/_layouts/15/Doc.aspx?sourcedoc=%7B478A7818-20C9-4ED9-896C-AD0A8714BF43%7D&amp;file=Plano_de_Aula_IA.docx&amp;action=default&amp;mobileredirect=true
Durante a Idade Média, com o crescimento do comércio e das atividades mercantis, surge um marco fundamental na história da Contabilidade: o método das partidas dobradas. Esse método foi sistematizado por Luca Pacioli no século XV, em sua obra "Summa de Arithmetica, Geometria, Proportioni et Proportionalità". A introdução das partidas dobradas permitiu maior organização, confiabilidade e análise das informações contábeis, tornando possível acompanhar simultaneamente os débitos e créditos de cada transação. Esse avanço foi essencial para o desenvolvimento das práticas comerciais, pois oferecia um sistema lógico e equilibrado para registrar operações, reduzindo erros e aumentando a transparência. A Idade Média, portanto, marca a transição da Contabilidade empírica para uma técnica estruturada, alinhada às necessidades de um mundo em expansão econômica.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8EFF46E-6B43-41F9-9272-B566D03A251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42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https://unisantabr-my.sharepoint.com/personal/rafaelmoratelli_unisanta_br/_layouts/15/Doc.aspx?sourcedoc=%7B478A7818-20C9-4ED9-896C-AD0A8714BF43%7D&amp;file=Plano_de_Aula_IA.docx&amp;action=default&amp;mobileredirect=true
Na Idade Moderna, a Contabilidade acompanhou a expansão do comércio internacional e o fortalecimento do capitalismo. Esse período foi caracterizado pela consolidação da Contabilidade como técnica indispensável para as empresas, que passaram a demandar maior padronização e confiabilidade das informações. A Revolução Industrial intensificou essa necessidade, pois aumentou a complexidade das operações econômicas e exigiu controles mais rigorosos. Nesse contexto, surgiram normas e princípios que buscavam representar adequadamente a realidade patrimonial e financeira das entidades. A Contabilidade deixou de ser apenas um instrumento de registro para se tornar uma ferramenta estratégica, capaz de apoiar decisões gerenciais e garantir a sustentabilidade dos negócios. Essa fase também impulsionou o desenvolvimento das primeiras escolas contábeis, que buscavam fundamentar teoricamente as práticas adotadas.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8EFF46E-6B43-41F9-9272-B566D03A25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1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https://unisantabr-my.sharepoint.com/personal/rafaelmoratelli_unisanta_br/_layouts/15/Doc.aspx?sourcedoc=%7B478A7818-20C9-4ED9-896C-AD0A8714BF43%7D&amp;file=Plano_de_Aula_IA.docx&amp;action=default&amp;mobileredirect=true
Na Idade Contemporânea, a Contabilidade evoluiu para uma ciência social aplicada, com forte integração às áreas de economia, administração e direito. Surgiram diferentes escolas de pensamento, e a normatização internacional ganhou destaque, especialmente com a criação de padrões globais como as IFRS. Além disso, a tecnologia transformou radicalmente a prática contábil, com sistemas informatizados, softwares de gestão e, mais recentemente, ferramentas de análise de dados e inteligência artificial. A Era Digital trouxe a Contabilidade para um patamar estratégico, permitindo não apenas registrar fatos econômicos, mas também gerar insights para a tomada de decisão. Hoje, o contador atua como analista e consultor, utilizando recursos tecnológicos para agregar valor às organizações. Essa evolução demonstra que a Contabilidade é dinâmica e continua se adaptando às mudanças sociais e tecnológicas.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8EFF46E-6B43-41F9-9272-B566D03A251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879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https://unisantabr-my.sharepoint.com/personal/rafaelmoratelli_unisanta_br/_layouts/15/Doc.aspx?sourcedoc=%7B478A7818-20C9-4ED9-896C-AD0A8714BF43%7D&amp;file=Plano_de_Aula_IA.docx&amp;action=default&amp;mobileredirect=true
Comparação Ontem x Hoje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8EFF46E-6B43-41F9-9272-B566D03A251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17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---
Este diapositivo referencia informações do seguinte ficheiro: https://unisantabr-my.sharepoint.com/personal/rafaelmoratelli_unisanta_br/_layouts/15/Doc.aspx?sourcedoc=%7B478A7818-20C9-4ED9-896C-AD0A8714BF43%7D&amp;file=Plano_de_Aula_IA.docx&amp;action=default&amp;mobileredirect=true
A comparação entre a Contabilidade tradicional e a moderna evidencia uma transformação profunda no papel do contador e na função da Contabilidade. No passado, a Contabilidade era predominantemente técnica, voltada ao registro e controle patrimonial. Hoje, ela assume uma função estratégica, apoiando a gestão e a tomada de decisões com base em informações precisas e análises avançadas. A tecnologia desempenha papel central nessa mudança, permitindo automação de processos, integração de sistemas e utilização de inteligência artificial para prever cenários e otimizar resultados. Essa evolução também trouxe desafios éticos, como a necessidade de validar informações geradas por IA e garantir a segurança dos dados. Compreender essa trajetória é essencial para que os profissionais atuem de forma crítica, ética e inovadora, mantendo a relevância da Contabilidade em um mundo em constante transformação.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8EFF46E-6B43-41F9-9272-B566D03A251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98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svg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sv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 descr="Close de uma tela de fundo azul e rosa&#10;&#10;Conteúdo gerado por IA pode estar incorreto.">
            <a:extLst>
              <a:ext uri="{FF2B5EF4-FFF2-40B4-BE49-F238E27FC236}">
                <a16:creationId xmlns:a16="http://schemas.microsoft.com/office/drawing/2014/main" id="{FA0DAAF8-1473-19E2-7A19-C912696FE1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59ED5AFE-4996-3F24-6A40-DB7BC8D42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041" y="2438400"/>
            <a:ext cx="10993359" cy="26843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Clique para editar o estilo de título Mestre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6F756E8C-2C5E-B25F-5DAD-4E06067BC7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041" y="5257800"/>
            <a:ext cx="9164559" cy="9144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</a:p>
        </p:txBody>
      </p:sp>
      <p:pic>
        <p:nvPicPr>
          <p:cNvPr id="2" name="Gráfico 1">
            <a:extLst>
              <a:ext uri="{FF2B5EF4-FFF2-40B4-BE49-F238E27FC236}">
                <a16:creationId xmlns:a16="http://schemas.microsoft.com/office/drawing/2014/main" id="{FB03B42F-CFBB-090D-EC8E-0FC7E903EE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D36ECCE-2AA5-C398-CA75-78EBCBDCF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0176" y="152400"/>
            <a:ext cx="3200400" cy="365125"/>
          </a:xfrm>
        </p:spPr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FA4C2171-40CE-DE50-6D13-60F77A54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1099" y="152400"/>
            <a:ext cx="1800171" cy="365125"/>
          </a:xfrm>
        </p:spPr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12" name="Espaço Reservado para o Número do Slide 11">
            <a:extLst>
              <a:ext uri="{FF2B5EF4-FFF2-40B4-BE49-F238E27FC236}">
                <a16:creationId xmlns:a16="http://schemas.microsoft.com/office/drawing/2014/main" id="{73F8FB25-49C8-A3FD-F32A-4C95B18F4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1793" y="152400"/>
            <a:ext cx="429207" cy="365125"/>
          </a:xfr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190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ço Reservado para Título 1">
            <a:extLst>
              <a:ext uri="{FF2B5EF4-FFF2-40B4-BE49-F238E27FC236}">
                <a16:creationId xmlns:a16="http://schemas.microsoft.com/office/drawing/2014/main" id="{9E3969EE-7732-41DD-2DC3-A2E1AAB30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91835"/>
            <a:ext cx="11429999" cy="7559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8" name="Espaço Reservado para Texto 2">
            <a:extLst>
              <a:ext uri="{FF2B5EF4-FFF2-40B4-BE49-F238E27FC236}">
                <a16:creationId xmlns:a16="http://schemas.microsoft.com/office/drawing/2014/main" id="{AEDD6D2F-5C2F-17BF-DEBA-0E6F06D22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447799"/>
            <a:ext cx="11430000" cy="47183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626418-29B4-84BA-F111-4F7708DEF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095984-255C-540F-7973-72A8D1E34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72FF646D-D3BB-C299-5B27-DE0157DD1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44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Círculo azul e rosa&#10;&#10;Conteúdo gerado por IA pode estar incorreto.">
            <a:extLst>
              <a:ext uri="{FF2B5EF4-FFF2-40B4-BE49-F238E27FC236}">
                <a16:creationId xmlns:a16="http://schemas.microsoft.com/office/drawing/2014/main" id="{4979ADD3-3B85-6E30-8DB1-0F52007945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034B30DE-00B6-8472-CB6C-5E980F9BD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762000"/>
            <a:ext cx="11430000" cy="36576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8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Clique para editar o estilo de título Mestre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EC4BE864-9BF7-0A02-20CD-11179C631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4693206"/>
            <a:ext cx="11423901" cy="120069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1ECD73-1101-370B-043E-9A05C96B3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1AED54-AE01-C430-241C-8491E4DE3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25/11/2025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9D2A2F3B-8AF0-A668-5A10-902D91ABB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2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 descr="Gradiente azul e rosa&#10;&#10;Conteúdo gerado por IA pode estar incorreto.">
            <a:extLst>
              <a:ext uri="{FF2B5EF4-FFF2-40B4-BE49-F238E27FC236}">
                <a16:creationId xmlns:a16="http://schemas.microsoft.com/office/drawing/2014/main" id="{C4E3A73A-08AC-E4D5-72D4-A52D01BE1E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áfico 7">
            <a:extLst>
              <a:ext uri="{FF2B5EF4-FFF2-40B4-BE49-F238E27FC236}">
                <a16:creationId xmlns:a16="http://schemas.microsoft.com/office/drawing/2014/main" id="{EA4B4CAF-A0E8-F09F-D6AB-040C9D9C0D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828725B4-D968-BAAF-19B1-9A4719C72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215884"/>
            <a:ext cx="10972800" cy="2379013"/>
          </a:xfrm>
        </p:spPr>
        <p:txBody>
          <a:bodyPr rtlCol="0" anchor="b">
            <a:normAutofit/>
          </a:bodyPr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B61B9004-3C8A-9454-2377-0A58ADD11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95090"/>
            <a:ext cx="9144000" cy="102931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D1CDF6-EB44-5678-B0EF-08B581B1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1C10FD-386D-733D-548B-ABCCE0CD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25/11/2025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C99647C5-B8C9-C91C-8056-A758BA2C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2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desfocada de um gradiente azul e rosa&#10;&#10;Conteúdo gerado por IA pode estar incorreto.">
            <a:extLst>
              <a:ext uri="{FF2B5EF4-FFF2-40B4-BE49-F238E27FC236}">
                <a16:creationId xmlns:a16="http://schemas.microsoft.com/office/drawing/2014/main" id="{DE9BAE23-5B02-7784-4C10-09E5C32B23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A453100-C9A1-0247-1B59-0CFA0C2BC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838200"/>
            <a:ext cx="11430000" cy="36576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defRPr lang="en-US" sz="78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Clique para editar o estilo de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43F882-C21D-9051-E025-9CB6D3A72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4522304"/>
            <a:ext cx="11423901" cy="120069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r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964A10-FC71-EA8C-A80C-6591AA1FB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9B2810-D299-45D4-10D3-829D813C5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2ACA30D0-2A71-E8EE-55DA-B29C4CC84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919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 com Image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Imagem 15">
            <a:extLst>
              <a:ext uri="{FF2B5EF4-FFF2-40B4-BE49-F238E27FC236}">
                <a16:creationId xmlns:a16="http://schemas.microsoft.com/office/drawing/2014/main" id="{4DCEB9D3-E2CB-5A44-54CA-3B1A42C2DAB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00" y="152401"/>
            <a:ext cx="11887200" cy="6553197"/>
          </a:xfrm>
          <a:custGeom>
            <a:avLst/>
            <a:gdLst>
              <a:gd name="connsiteX0" fmla="*/ 349231 w 11887200"/>
              <a:gd name="connsiteY0" fmla="*/ 0 h 6553197"/>
              <a:gd name="connsiteX1" fmla="*/ 5672697 w 11887200"/>
              <a:gd name="connsiteY1" fmla="*/ 0 h 6553197"/>
              <a:gd name="connsiteX2" fmla="*/ 5727277 w 11887200"/>
              <a:gd name="connsiteY2" fmla="*/ 5502 h 6553197"/>
              <a:gd name="connsiteX3" fmla="*/ 5943600 w 11887200"/>
              <a:gd name="connsiteY3" fmla="*/ 270922 h 6553197"/>
              <a:gd name="connsiteX4" fmla="*/ 6214523 w 11887200"/>
              <a:gd name="connsiteY4" fmla="*/ 541844 h 6553197"/>
              <a:gd name="connsiteX5" fmla="*/ 11537950 w 11887200"/>
              <a:gd name="connsiteY5" fmla="*/ 541845 h 6553197"/>
              <a:gd name="connsiteX6" fmla="*/ 11887200 w 11887200"/>
              <a:gd name="connsiteY6" fmla="*/ 891094 h 6553197"/>
              <a:gd name="connsiteX7" fmla="*/ 11887200 w 11887200"/>
              <a:gd name="connsiteY7" fmla="*/ 6203948 h 6553197"/>
              <a:gd name="connsiteX8" fmla="*/ 11537950 w 11887200"/>
              <a:gd name="connsiteY8" fmla="*/ 6553197 h 6553197"/>
              <a:gd name="connsiteX9" fmla="*/ 7664450 w 11887200"/>
              <a:gd name="connsiteY9" fmla="*/ 6553197 h 6553197"/>
              <a:gd name="connsiteX10" fmla="*/ 7315200 w 11887200"/>
              <a:gd name="connsiteY10" fmla="*/ 6203948 h 6553197"/>
              <a:gd name="connsiteX11" fmla="*/ 7315200 w 11887200"/>
              <a:gd name="connsiteY11" fmla="*/ 4548693 h 6553197"/>
              <a:gd name="connsiteX12" fmla="*/ 6965950 w 11887200"/>
              <a:gd name="connsiteY12" fmla="*/ 4199443 h 6553197"/>
              <a:gd name="connsiteX13" fmla="*/ 349250 w 11887200"/>
              <a:gd name="connsiteY13" fmla="*/ 4199443 h 6553197"/>
              <a:gd name="connsiteX14" fmla="*/ 0 w 11887200"/>
              <a:gd name="connsiteY14" fmla="*/ 3850193 h 6553197"/>
              <a:gd name="connsiteX15" fmla="*/ 0 w 11887200"/>
              <a:gd name="connsiteY15" fmla="*/ 349248 h 6553197"/>
              <a:gd name="connsiteX16" fmla="*/ 278864 w 11887200"/>
              <a:gd name="connsiteY16" fmla="*/ 7094 h 655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887200" h="6553197">
                <a:moveTo>
                  <a:pt x="349231" y="0"/>
                </a:moveTo>
                <a:lnTo>
                  <a:pt x="5672697" y="0"/>
                </a:lnTo>
                <a:lnTo>
                  <a:pt x="5727277" y="5502"/>
                </a:lnTo>
                <a:cubicBezTo>
                  <a:pt x="5850732" y="30765"/>
                  <a:pt x="5943600" y="139999"/>
                  <a:pt x="5943600" y="270922"/>
                </a:cubicBezTo>
                <a:cubicBezTo>
                  <a:pt x="5943600" y="420548"/>
                  <a:pt x="6064898" y="541844"/>
                  <a:pt x="6214523" y="541844"/>
                </a:cubicBezTo>
                <a:lnTo>
                  <a:pt x="11537950" y="541845"/>
                </a:lnTo>
                <a:cubicBezTo>
                  <a:pt x="11730863" y="541845"/>
                  <a:pt x="11887200" y="698212"/>
                  <a:pt x="11887200" y="891094"/>
                </a:cubicBezTo>
                <a:lnTo>
                  <a:pt x="11887200" y="6203948"/>
                </a:lnTo>
                <a:cubicBezTo>
                  <a:pt x="11887200" y="6396861"/>
                  <a:pt x="11730863" y="6553197"/>
                  <a:pt x="11537950" y="6553197"/>
                </a:cubicBezTo>
                <a:lnTo>
                  <a:pt x="7664450" y="6553197"/>
                </a:lnTo>
                <a:cubicBezTo>
                  <a:pt x="7471537" y="6553197"/>
                  <a:pt x="7315200" y="6396861"/>
                  <a:pt x="7315200" y="6203948"/>
                </a:cubicBezTo>
                <a:lnTo>
                  <a:pt x="7315200" y="4548693"/>
                </a:lnTo>
                <a:cubicBezTo>
                  <a:pt x="7315200" y="4355806"/>
                  <a:pt x="7158863" y="4199443"/>
                  <a:pt x="6965950" y="4199443"/>
                </a:cubicBezTo>
                <a:lnTo>
                  <a:pt x="349250" y="4199443"/>
                </a:lnTo>
                <a:cubicBezTo>
                  <a:pt x="156365" y="4199443"/>
                  <a:pt x="0" y="4043081"/>
                  <a:pt x="0" y="3850193"/>
                </a:cubicBezTo>
                <a:lnTo>
                  <a:pt x="0" y="349248"/>
                </a:lnTo>
                <a:cubicBezTo>
                  <a:pt x="0" y="180474"/>
                  <a:pt x="119717" y="39660"/>
                  <a:pt x="278864" y="7094"/>
                </a:cubicBezTo>
                <a:close/>
              </a:path>
            </a:pathLst>
          </a:custGeo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6EEAF27-D94E-F4D8-599C-5544E29AAA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876800"/>
            <a:ext cx="66294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000" dirty="0"/>
            </a:lvl1pPr>
          </a:lstStyle>
          <a:p>
            <a:pPr lvl="0" rtl="0"/>
            <a:r>
              <a:rPr lang="pt-br"/>
              <a:t>Clique para editar o estilo de título Mestre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2AD91C1-AABA-5486-26F6-705AEBE1A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791200"/>
            <a:ext cx="6629400" cy="5334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 rtl="0"/>
            <a:r>
              <a:rPr lang="pt-br"/>
              <a:t>Clique para editar o estilo de subtítulo Mestre</a:t>
            </a:r>
          </a:p>
        </p:txBody>
      </p:sp>
      <p:sp>
        <p:nvSpPr>
          <p:cNvPr id="23" name="Espaço Reservado para Rodapé 10">
            <a:extLst>
              <a:ext uri="{FF2B5EF4-FFF2-40B4-BE49-F238E27FC236}">
                <a16:creationId xmlns:a16="http://schemas.microsoft.com/office/drawing/2014/main" id="{03310A58-9218-F5EC-4604-561F50426E3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80176" y="152400"/>
            <a:ext cx="3200400" cy="365125"/>
          </a:xfrm>
        </p:spPr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22" name="Espaço Reservado para Data 5">
            <a:extLst>
              <a:ext uri="{FF2B5EF4-FFF2-40B4-BE49-F238E27FC236}">
                <a16:creationId xmlns:a16="http://schemas.microsoft.com/office/drawing/2014/main" id="{2DA21EAE-6045-3E9B-D31B-4AC9A3A61CE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531099" y="152400"/>
            <a:ext cx="1800171" cy="365125"/>
          </a:xfrm>
        </p:spPr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24" name="Espaço Reservado para o Número do Slide 11">
            <a:extLst>
              <a:ext uri="{FF2B5EF4-FFF2-40B4-BE49-F238E27FC236}">
                <a16:creationId xmlns:a16="http://schemas.microsoft.com/office/drawing/2014/main" id="{22C589B9-597D-55C7-FAFE-05660F35D67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81793" y="152400"/>
            <a:ext cx="429207" cy="365125"/>
          </a:xfr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61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m Imagem 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8DD81ECD-75EA-ADAF-3DF5-385A64329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0400" y="1371597"/>
            <a:ext cx="480060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 rtl="0"/>
            <a:r>
              <a:rPr lang="pt-br"/>
              <a:t>Clique para editar o estilo de título Mestre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BE92A243-44D0-242D-CFED-E6D548373B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4304" y="4363278"/>
            <a:ext cx="480060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 rtl="0"/>
            <a:r>
              <a:rPr lang="pt-br"/>
              <a:t>Clique para editar o estilo de subtítulo Mestre</a:t>
            </a:r>
          </a:p>
        </p:txBody>
      </p:sp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C81FF1C8-D50B-713C-E78E-43102F0D72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2400" y="153417"/>
            <a:ext cx="5943599" cy="6552184"/>
          </a:xfrm>
          <a:custGeom>
            <a:avLst/>
            <a:gdLst>
              <a:gd name="connsiteX0" fmla="*/ 349249 w 5943599"/>
              <a:gd name="connsiteY0" fmla="*/ 0 h 6552184"/>
              <a:gd name="connsiteX1" fmla="*/ 5594350 w 5943599"/>
              <a:gd name="connsiteY1" fmla="*/ 0 h 6552184"/>
              <a:gd name="connsiteX2" fmla="*/ 5936505 w 5943599"/>
              <a:gd name="connsiteY2" fmla="*/ 278864 h 6552184"/>
              <a:gd name="connsiteX3" fmla="*/ 5943599 w 5943599"/>
              <a:gd name="connsiteY3" fmla="*/ 349240 h 6552184"/>
              <a:gd name="connsiteX4" fmla="*/ 5943599 w 5943599"/>
              <a:gd name="connsiteY4" fmla="*/ 6202933 h 6552184"/>
              <a:gd name="connsiteX5" fmla="*/ 5936505 w 5943599"/>
              <a:gd name="connsiteY5" fmla="*/ 6273302 h 6552184"/>
              <a:gd name="connsiteX6" fmla="*/ 5594350 w 5943599"/>
              <a:gd name="connsiteY6" fmla="*/ 6552184 h 6552184"/>
              <a:gd name="connsiteX7" fmla="*/ 3222460 w 5943599"/>
              <a:gd name="connsiteY7" fmla="*/ 6552184 h 6552184"/>
              <a:gd name="connsiteX8" fmla="*/ 2971800 w 5943599"/>
              <a:gd name="connsiteY8" fmla="*/ 6301512 h 6552184"/>
              <a:gd name="connsiteX9" fmla="*/ 2721140 w 5943599"/>
              <a:gd name="connsiteY9" fmla="*/ 6050852 h 6552184"/>
              <a:gd name="connsiteX10" fmla="*/ 349249 w 5943599"/>
              <a:gd name="connsiteY10" fmla="*/ 6050852 h 6552184"/>
              <a:gd name="connsiteX11" fmla="*/ 7095 w 5943599"/>
              <a:gd name="connsiteY11" fmla="*/ 5771987 h 6552184"/>
              <a:gd name="connsiteX12" fmla="*/ 0 w 5943599"/>
              <a:gd name="connsiteY12" fmla="*/ 5701612 h 6552184"/>
              <a:gd name="connsiteX13" fmla="*/ 0 w 5943599"/>
              <a:gd name="connsiteY13" fmla="*/ 349239 h 6552184"/>
              <a:gd name="connsiteX14" fmla="*/ 7095 w 5943599"/>
              <a:gd name="connsiteY14" fmla="*/ 278863 h 6552184"/>
              <a:gd name="connsiteX15" fmla="*/ 349249 w 5943599"/>
              <a:gd name="connsiteY15" fmla="*/ 0 h 6552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943599" h="6552184">
                <a:moveTo>
                  <a:pt x="349249" y="0"/>
                </a:moveTo>
                <a:lnTo>
                  <a:pt x="5594350" y="0"/>
                </a:lnTo>
                <a:cubicBezTo>
                  <a:pt x="5763127" y="0"/>
                  <a:pt x="5903939" y="119716"/>
                  <a:pt x="5936505" y="278864"/>
                </a:cubicBezTo>
                <a:lnTo>
                  <a:pt x="5943599" y="349240"/>
                </a:lnTo>
                <a:lnTo>
                  <a:pt x="5943599" y="6202933"/>
                </a:lnTo>
                <a:lnTo>
                  <a:pt x="5936505" y="6273302"/>
                </a:lnTo>
                <a:cubicBezTo>
                  <a:pt x="5903939" y="6432441"/>
                  <a:pt x="5763127" y="6552184"/>
                  <a:pt x="5594350" y="6552184"/>
                </a:cubicBezTo>
                <a:lnTo>
                  <a:pt x="3222460" y="6552184"/>
                </a:lnTo>
                <a:cubicBezTo>
                  <a:pt x="3084023" y="6552184"/>
                  <a:pt x="2971800" y="6439916"/>
                  <a:pt x="2971800" y="6301512"/>
                </a:cubicBezTo>
                <a:cubicBezTo>
                  <a:pt x="2971800" y="6163075"/>
                  <a:pt x="2859576" y="6050852"/>
                  <a:pt x="2721140" y="6050852"/>
                </a:cubicBezTo>
                <a:lnTo>
                  <a:pt x="349249" y="6050852"/>
                </a:lnTo>
                <a:cubicBezTo>
                  <a:pt x="180474" y="6050852"/>
                  <a:pt x="39661" y="5931132"/>
                  <a:pt x="7095" y="5771987"/>
                </a:cubicBezTo>
                <a:lnTo>
                  <a:pt x="0" y="5701612"/>
                </a:lnTo>
                <a:lnTo>
                  <a:pt x="0" y="349239"/>
                </a:lnTo>
                <a:lnTo>
                  <a:pt x="7095" y="278863"/>
                </a:lnTo>
                <a:cubicBezTo>
                  <a:pt x="39661" y="119716"/>
                  <a:pt x="180474" y="0"/>
                  <a:pt x="34924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C17FD179-595A-DFC0-6FEF-70179B7711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0" y="6347057"/>
            <a:ext cx="2514600" cy="365125"/>
          </a:xfrm>
        </p:spPr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12" name="Espaço Reservado para Data 11">
            <a:extLst>
              <a:ext uri="{FF2B5EF4-FFF2-40B4-BE49-F238E27FC236}">
                <a16:creationId xmlns:a16="http://schemas.microsoft.com/office/drawing/2014/main" id="{25DD1448-E731-051E-1681-77A911C310C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14" name="Espaço Reservado para o Número do Slide 13">
            <a:extLst>
              <a:ext uri="{FF2B5EF4-FFF2-40B4-BE49-F238E27FC236}">
                <a16:creationId xmlns:a16="http://schemas.microsoft.com/office/drawing/2014/main" id="{EFF5DB76-0219-76D2-80FA-63D615A9A1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58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m Imagem 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55D948CE-769F-7D67-4E7B-1B9EDECCE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371597"/>
            <a:ext cx="480060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 rtl="0"/>
            <a:r>
              <a:rPr lang="pt-br"/>
              <a:t>Clique para editar o estilo de título Mestre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7D90BD9-1CD9-8EA4-6145-FDBD4F0BA3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363278"/>
            <a:ext cx="4800599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 rtl="0"/>
            <a:r>
              <a:rPr lang="pt-br"/>
              <a:t>Clique para editar o estilo de subtítulo Mestre</a:t>
            </a:r>
          </a:p>
        </p:txBody>
      </p:sp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2F60966E-F060-05E7-54E1-129C2360EC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1" y="153417"/>
            <a:ext cx="5943599" cy="6552184"/>
          </a:xfrm>
          <a:custGeom>
            <a:avLst/>
            <a:gdLst>
              <a:gd name="connsiteX0" fmla="*/ 349249 w 5943599"/>
              <a:gd name="connsiteY0" fmla="*/ 0 h 6552184"/>
              <a:gd name="connsiteX1" fmla="*/ 5594350 w 5943599"/>
              <a:gd name="connsiteY1" fmla="*/ 0 h 6552184"/>
              <a:gd name="connsiteX2" fmla="*/ 5936505 w 5943599"/>
              <a:gd name="connsiteY2" fmla="*/ 278863 h 6552184"/>
              <a:gd name="connsiteX3" fmla="*/ 5943599 w 5943599"/>
              <a:gd name="connsiteY3" fmla="*/ 349239 h 6552184"/>
              <a:gd name="connsiteX4" fmla="*/ 5943599 w 5943599"/>
              <a:gd name="connsiteY4" fmla="*/ 5701613 h 6552184"/>
              <a:gd name="connsiteX5" fmla="*/ 5936505 w 5943599"/>
              <a:gd name="connsiteY5" fmla="*/ 5771987 h 6552184"/>
              <a:gd name="connsiteX6" fmla="*/ 5594350 w 5943599"/>
              <a:gd name="connsiteY6" fmla="*/ 6050852 h 6552184"/>
              <a:gd name="connsiteX7" fmla="*/ 3222459 w 5943599"/>
              <a:gd name="connsiteY7" fmla="*/ 6050852 h 6552184"/>
              <a:gd name="connsiteX8" fmla="*/ 2971799 w 5943599"/>
              <a:gd name="connsiteY8" fmla="*/ 6301512 h 6552184"/>
              <a:gd name="connsiteX9" fmla="*/ 2721139 w 5943599"/>
              <a:gd name="connsiteY9" fmla="*/ 6552184 h 6552184"/>
              <a:gd name="connsiteX10" fmla="*/ 349249 w 5943599"/>
              <a:gd name="connsiteY10" fmla="*/ 6552184 h 6552184"/>
              <a:gd name="connsiteX11" fmla="*/ 7095 w 5943599"/>
              <a:gd name="connsiteY11" fmla="*/ 6273302 h 6552184"/>
              <a:gd name="connsiteX12" fmla="*/ 0 w 5943599"/>
              <a:gd name="connsiteY12" fmla="*/ 6202932 h 6552184"/>
              <a:gd name="connsiteX13" fmla="*/ 0 w 5943599"/>
              <a:gd name="connsiteY13" fmla="*/ 349240 h 6552184"/>
              <a:gd name="connsiteX14" fmla="*/ 7095 w 5943599"/>
              <a:gd name="connsiteY14" fmla="*/ 278864 h 6552184"/>
              <a:gd name="connsiteX15" fmla="*/ 349249 w 5943599"/>
              <a:gd name="connsiteY15" fmla="*/ 0 h 6552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943599" h="6552184">
                <a:moveTo>
                  <a:pt x="349249" y="0"/>
                </a:moveTo>
                <a:lnTo>
                  <a:pt x="5594350" y="0"/>
                </a:lnTo>
                <a:cubicBezTo>
                  <a:pt x="5763125" y="0"/>
                  <a:pt x="5903938" y="119716"/>
                  <a:pt x="5936505" y="278863"/>
                </a:cubicBezTo>
                <a:lnTo>
                  <a:pt x="5943599" y="349239"/>
                </a:lnTo>
                <a:lnTo>
                  <a:pt x="5943599" y="5701613"/>
                </a:lnTo>
                <a:lnTo>
                  <a:pt x="5936505" y="5771987"/>
                </a:lnTo>
                <a:cubicBezTo>
                  <a:pt x="5903938" y="5931132"/>
                  <a:pt x="5763125" y="6050852"/>
                  <a:pt x="5594350" y="6050852"/>
                </a:cubicBezTo>
                <a:lnTo>
                  <a:pt x="3222459" y="6050852"/>
                </a:lnTo>
                <a:cubicBezTo>
                  <a:pt x="3084023" y="6050852"/>
                  <a:pt x="2971799" y="6163075"/>
                  <a:pt x="2971799" y="6301512"/>
                </a:cubicBezTo>
                <a:cubicBezTo>
                  <a:pt x="2971799" y="6439916"/>
                  <a:pt x="2859576" y="6552184"/>
                  <a:pt x="2721139" y="6552184"/>
                </a:cubicBezTo>
                <a:lnTo>
                  <a:pt x="349249" y="6552184"/>
                </a:lnTo>
                <a:cubicBezTo>
                  <a:pt x="180472" y="6552184"/>
                  <a:pt x="39661" y="6432441"/>
                  <a:pt x="7095" y="6273302"/>
                </a:cubicBezTo>
                <a:lnTo>
                  <a:pt x="0" y="6202932"/>
                </a:lnTo>
                <a:lnTo>
                  <a:pt x="0" y="349240"/>
                </a:lnTo>
                <a:lnTo>
                  <a:pt x="7095" y="278864"/>
                </a:lnTo>
                <a:cubicBezTo>
                  <a:pt x="39661" y="119716"/>
                  <a:pt x="180472" y="0"/>
                  <a:pt x="349249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7491524-50CE-AA56-089E-9B0375F36DF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ED9980E-D0D3-04C2-5215-3DDF6639995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E33B3FA2-A8FD-6297-22D8-5014419EBEA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30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 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 descr="Uma tela de fundo azul e rosa&#10;&#10;Conteúdo gerado por IA pode estar incorreto.">
            <a:extLst>
              <a:ext uri="{FF2B5EF4-FFF2-40B4-BE49-F238E27FC236}">
                <a16:creationId xmlns:a16="http://schemas.microsoft.com/office/drawing/2014/main" id="{28646D54-8A43-A2E9-D6C2-B05BA8819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56285"/>
          </a:xfrm>
          <a:prstGeom prst="rect">
            <a:avLst/>
          </a:prstGeom>
        </p:spPr>
      </p:pic>
      <p:sp>
        <p:nvSpPr>
          <p:cNvPr id="7" name="Gráfico 3">
            <a:extLst>
              <a:ext uri="{FF2B5EF4-FFF2-40B4-BE49-F238E27FC236}">
                <a16:creationId xmlns:a16="http://schemas.microsoft.com/office/drawing/2014/main" id="{017BF504-9DEC-0719-1E19-51CE27348830}"/>
              </a:ext>
            </a:extLst>
          </p:cNvPr>
          <p:cNvSpPr/>
          <p:nvPr/>
        </p:nvSpPr>
        <p:spPr>
          <a:xfrm>
            <a:off x="1537" y="5315"/>
            <a:ext cx="12185639" cy="6851669"/>
          </a:xfrm>
          <a:custGeom>
            <a:avLst/>
            <a:gdLst>
              <a:gd name="connsiteX0" fmla="*/ 12185639 w 12185639"/>
              <a:gd name="connsiteY0" fmla="*/ 6851669 h 6851669"/>
              <a:gd name="connsiteX1" fmla="*/ 0 w 12185639"/>
              <a:gd name="connsiteY1" fmla="*/ 6851669 h 6851669"/>
              <a:gd name="connsiteX2" fmla="*/ 0 w 12185639"/>
              <a:gd name="connsiteY2" fmla="*/ 0 h 6851669"/>
              <a:gd name="connsiteX3" fmla="*/ 12185639 w 12185639"/>
              <a:gd name="connsiteY3" fmla="*/ 0 h 6851669"/>
              <a:gd name="connsiteX4" fmla="*/ 12185639 w 12185639"/>
              <a:gd name="connsiteY4" fmla="*/ 6851669 h 6851669"/>
              <a:gd name="connsiteX5" fmla="*/ 501389 w 12185639"/>
              <a:gd name="connsiteY5" fmla="*/ 152259 h 6851669"/>
              <a:gd name="connsiteX6" fmla="*/ 152321 w 12185639"/>
              <a:gd name="connsiteY6" fmla="*/ 501186 h 6851669"/>
              <a:gd name="connsiteX7" fmla="*/ 152321 w 12185639"/>
              <a:gd name="connsiteY7" fmla="*/ 6350484 h 6851669"/>
              <a:gd name="connsiteX8" fmla="*/ 501389 w 12185639"/>
              <a:gd name="connsiteY8" fmla="*/ 6699410 h 6851669"/>
              <a:gd name="connsiteX9" fmla="*/ 11684250 w 12185639"/>
              <a:gd name="connsiteY9" fmla="*/ 6699410 h 6851669"/>
              <a:gd name="connsiteX10" fmla="*/ 12033319 w 12185639"/>
              <a:gd name="connsiteY10" fmla="*/ 6350484 h 6851669"/>
              <a:gd name="connsiteX11" fmla="*/ 12033319 w 12185639"/>
              <a:gd name="connsiteY11" fmla="*/ 1042531 h 6851669"/>
              <a:gd name="connsiteX12" fmla="*/ 11684250 w 12185639"/>
              <a:gd name="connsiteY12" fmla="*/ 693604 h 6851669"/>
              <a:gd name="connsiteX13" fmla="*/ 6363626 w 12185639"/>
              <a:gd name="connsiteY13" fmla="*/ 693604 h 6851669"/>
              <a:gd name="connsiteX14" fmla="*/ 6092914 w 12185639"/>
              <a:gd name="connsiteY14" fmla="*/ 429920 h 6851669"/>
              <a:gd name="connsiteX15" fmla="*/ 6092743 w 12185639"/>
              <a:gd name="connsiteY15" fmla="*/ 415943 h 6851669"/>
              <a:gd name="connsiteX16" fmla="*/ 5822044 w 12185639"/>
              <a:gd name="connsiteY16" fmla="*/ 152259 h 6851669"/>
              <a:gd name="connsiteX17" fmla="*/ 501389 w 12185639"/>
              <a:gd name="connsiteY17" fmla="*/ 152259 h 6851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85639" h="6851669">
                <a:moveTo>
                  <a:pt x="12185639" y="6851669"/>
                </a:moveTo>
                <a:lnTo>
                  <a:pt x="0" y="6851669"/>
                </a:lnTo>
                <a:lnTo>
                  <a:pt x="0" y="0"/>
                </a:lnTo>
                <a:lnTo>
                  <a:pt x="12185639" y="0"/>
                </a:lnTo>
                <a:lnTo>
                  <a:pt x="12185639" y="6851669"/>
                </a:lnTo>
                <a:close/>
                <a:moveTo>
                  <a:pt x="501389" y="152259"/>
                </a:moveTo>
                <a:cubicBezTo>
                  <a:pt x="308604" y="152259"/>
                  <a:pt x="152321" y="308479"/>
                  <a:pt x="152321" y="501186"/>
                </a:cubicBezTo>
                <a:lnTo>
                  <a:pt x="152321" y="6350484"/>
                </a:lnTo>
                <a:cubicBezTo>
                  <a:pt x="152321" y="6543154"/>
                  <a:pt x="308604" y="6699410"/>
                  <a:pt x="501389" y="6699410"/>
                </a:cubicBezTo>
                <a:lnTo>
                  <a:pt x="11684250" y="6699410"/>
                </a:lnTo>
                <a:cubicBezTo>
                  <a:pt x="11877063" y="6699410"/>
                  <a:pt x="12033319" y="6543154"/>
                  <a:pt x="12033319" y="6350484"/>
                </a:cubicBezTo>
                <a:lnTo>
                  <a:pt x="12033319" y="1042531"/>
                </a:lnTo>
                <a:cubicBezTo>
                  <a:pt x="12033319" y="849822"/>
                  <a:pt x="11877063" y="693604"/>
                  <a:pt x="11684250" y="693604"/>
                </a:cubicBezTo>
                <a:lnTo>
                  <a:pt x="6363626" y="693604"/>
                </a:lnTo>
                <a:cubicBezTo>
                  <a:pt x="6216396" y="693604"/>
                  <a:pt x="6096621" y="576178"/>
                  <a:pt x="6092914" y="429920"/>
                </a:cubicBezTo>
                <a:lnTo>
                  <a:pt x="6092743" y="415943"/>
                </a:lnTo>
                <a:cubicBezTo>
                  <a:pt x="6089030" y="269684"/>
                  <a:pt x="5969255" y="152259"/>
                  <a:pt x="5822044" y="152259"/>
                </a:cubicBezTo>
                <a:lnTo>
                  <a:pt x="501389" y="152259"/>
                </a:lnTo>
                <a:close/>
              </a:path>
            </a:pathLst>
          </a:custGeom>
          <a:solidFill>
            <a:schemeClr val="bg1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AA6AA80-3C0A-7F94-0F87-BBBE96ADFF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1600200"/>
            <a:ext cx="10058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75000"/>
              </a:lnSpc>
              <a:defRPr lang="en-US" sz="8600" cap="none" baseline="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Cabeçalho da Seção</a:t>
            </a:r>
          </a:p>
        </p:txBody>
      </p:sp>
      <p:sp>
        <p:nvSpPr>
          <p:cNvPr id="6" name="Espaço Reservado para Rodapé 10">
            <a:extLst>
              <a:ext uri="{FF2B5EF4-FFF2-40B4-BE49-F238E27FC236}">
                <a16:creationId xmlns:a16="http://schemas.microsoft.com/office/drawing/2014/main" id="{5FC6C00E-827D-90CD-FFF6-1EF511FD6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0176" y="152400"/>
            <a:ext cx="3200400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 Texto de Rodapé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Espaço Reservado para Data 5">
            <a:extLst>
              <a:ext uri="{FF2B5EF4-FFF2-40B4-BE49-F238E27FC236}">
                <a16:creationId xmlns:a16="http://schemas.microsoft.com/office/drawing/2014/main" id="{1C8E1852-313B-67B6-28F9-5F38A94B1E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1099" y="152400"/>
            <a:ext cx="1800171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25/11/2025</a:t>
            </a:r>
          </a:p>
        </p:txBody>
      </p:sp>
      <p:sp>
        <p:nvSpPr>
          <p:cNvPr id="9" name="Espaço Reservado para o Número do Slide 11">
            <a:extLst>
              <a:ext uri="{FF2B5EF4-FFF2-40B4-BE49-F238E27FC236}">
                <a16:creationId xmlns:a16="http://schemas.microsoft.com/office/drawing/2014/main" id="{9F6C9A12-D05B-EE84-C2D4-548E5E27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1793" y="152400"/>
            <a:ext cx="429207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65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 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 descr="Uma imagem desfocada de uma cor azul e rosa&#10;&#10;Conteúdo gerado por IA pode estar incorreto.">
            <a:extLst>
              <a:ext uri="{FF2B5EF4-FFF2-40B4-BE49-F238E27FC236}">
                <a16:creationId xmlns:a16="http://schemas.microsoft.com/office/drawing/2014/main" id="{E8AEC1E5-A1B0-5F0D-7E91-B99164B66A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56285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1AC02B19-E76A-5F06-CC78-E185C78594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1600200"/>
            <a:ext cx="114300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75000"/>
              </a:lnSpc>
              <a:defRPr lang="en-US" sz="8600" cap="none" baseline="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Cabeçalho da Seção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F6BEA5-7812-E1C8-AD3A-DE3629179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A3B1F3F-0C8E-5A7A-475A-00F1006A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25/11/2025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9435B1E7-7CF5-B0DF-C56E-203939E59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38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701A1411-1618-7B55-6F05-E4292F281D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áfico 7">
            <a:extLst>
              <a:ext uri="{FF2B5EF4-FFF2-40B4-BE49-F238E27FC236}">
                <a16:creationId xmlns:a16="http://schemas.microsoft.com/office/drawing/2014/main" id="{FC3F75D9-C1DA-5E09-7705-E8EDCDDEEF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61423BE9-C6AD-3608-7312-55246E016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6629400" cy="1681218"/>
          </a:xfrm>
        </p:spPr>
        <p:txBody>
          <a:bodyPr rtlCol="0" anchor="t">
            <a:normAutofit/>
          </a:bodyPr>
          <a:lstStyle>
            <a:lvl1pPr>
              <a:defRPr sz="68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3" name="Espaço Reservado para Conteúdo 6">
            <a:extLst>
              <a:ext uri="{FF2B5EF4-FFF2-40B4-BE49-F238E27FC236}">
                <a16:creationId xmlns:a16="http://schemas.microsoft.com/office/drawing/2014/main" id="{4DB465B5-8C64-384F-7DC0-7C2D1C9761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1" y="2514600"/>
            <a:ext cx="7086599" cy="3463314"/>
          </a:xfrm>
        </p:spPr>
        <p:txBody>
          <a:bodyPr rtlCol="0"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 marL="685800" indent="-4572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998790F-95AF-C438-81C4-A7AFBC618EE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9A11A83-974F-916E-4B94-072D216980E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25/11/2025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A5B9FFFF-03A0-FB05-6654-69512558AAE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01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 com Image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F295885B-1DD3-9A2F-6CE5-85B63AC5C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0"/>
            <a:ext cx="4800599" cy="2133600"/>
          </a:xfrm>
        </p:spPr>
        <p:txBody>
          <a:bodyPr rtlCol="0" anchor="b">
            <a:normAutofit/>
          </a:bodyPr>
          <a:lstStyle>
            <a:lvl1pPr>
              <a:defRPr sz="72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6" name="Espaço Reservado para Imagem 34">
            <a:extLst>
              <a:ext uri="{FF2B5EF4-FFF2-40B4-BE49-F238E27FC236}">
                <a16:creationId xmlns:a16="http://schemas.microsoft.com/office/drawing/2014/main" id="{41D936BB-D3BE-42B9-6F9B-0D898AFA4E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2400" y="152400"/>
            <a:ext cx="11887200" cy="3733798"/>
          </a:xfrm>
          <a:custGeom>
            <a:avLst/>
            <a:gdLst>
              <a:gd name="connsiteX0" fmla="*/ 349240 w 11887200"/>
              <a:gd name="connsiteY0" fmla="*/ 0 h 3733798"/>
              <a:gd name="connsiteX1" fmla="*/ 11537960 w 11887200"/>
              <a:gd name="connsiteY1" fmla="*/ 0 h 3733798"/>
              <a:gd name="connsiteX2" fmla="*/ 11608344 w 11887200"/>
              <a:gd name="connsiteY2" fmla="*/ 7095 h 3733798"/>
              <a:gd name="connsiteX3" fmla="*/ 11887200 w 11887200"/>
              <a:gd name="connsiteY3" fmla="*/ 349249 h 3733798"/>
              <a:gd name="connsiteX4" fmla="*/ 11887200 w 11887200"/>
              <a:gd name="connsiteY4" fmla="*/ 2021400 h 3733798"/>
              <a:gd name="connsiteX5" fmla="*/ 11537950 w 11887200"/>
              <a:gd name="connsiteY5" fmla="*/ 2370650 h 3733798"/>
              <a:gd name="connsiteX6" fmla="*/ 5378450 w 11887200"/>
              <a:gd name="connsiteY6" fmla="*/ 2370650 h 3733798"/>
              <a:gd name="connsiteX7" fmla="*/ 5029200 w 11887200"/>
              <a:gd name="connsiteY7" fmla="*/ 2719900 h 3733798"/>
              <a:gd name="connsiteX8" fmla="*/ 5029200 w 11887200"/>
              <a:gd name="connsiteY8" fmla="*/ 3384548 h 3733798"/>
              <a:gd name="connsiteX9" fmla="*/ 4679950 w 11887200"/>
              <a:gd name="connsiteY9" fmla="*/ 3733798 h 3733798"/>
              <a:gd name="connsiteX10" fmla="*/ 349250 w 11887200"/>
              <a:gd name="connsiteY10" fmla="*/ 3733798 h 3733798"/>
              <a:gd name="connsiteX11" fmla="*/ 0 w 11887200"/>
              <a:gd name="connsiteY11" fmla="*/ 3384548 h 3733798"/>
              <a:gd name="connsiteX12" fmla="*/ 0 w 11887200"/>
              <a:gd name="connsiteY12" fmla="*/ 349249 h 3733798"/>
              <a:gd name="connsiteX13" fmla="*/ 278864 w 11887200"/>
              <a:gd name="connsiteY13" fmla="*/ 7095 h 3733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887200" h="3733798">
                <a:moveTo>
                  <a:pt x="349240" y="0"/>
                </a:moveTo>
                <a:lnTo>
                  <a:pt x="11537960" y="0"/>
                </a:lnTo>
                <a:lnTo>
                  <a:pt x="11608344" y="7095"/>
                </a:lnTo>
                <a:cubicBezTo>
                  <a:pt x="11767505" y="39661"/>
                  <a:pt x="11887200" y="180474"/>
                  <a:pt x="11887200" y="349249"/>
                </a:cubicBezTo>
                <a:lnTo>
                  <a:pt x="11887200" y="2021400"/>
                </a:lnTo>
                <a:cubicBezTo>
                  <a:pt x="11887200" y="2214288"/>
                  <a:pt x="11730863" y="2370650"/>
                  <a:pt x="11537950" y="2370650"/>
                </a:cubicBezTo>
                <a:lnTo>
                  <a:pt x="5378450" y="2370650"/>
                </a:lnTo>
                <a:cubicBezTo>
                  <a:pt x="5185563" y="2370650"/>
                  <a:pt x="5029200" y="2527013"/>
                  <a:pt x="5029200" y="2719900"/>
                </a:cubicBezTo>
                <a:lnTo>
                  <a:pt x="5029200" y="3384548"/>
                </a:lnTo>
                <a:cubicBezTo>
                  <a:pt x="5029200" y="3577436"/>
                  <a:pt x="4872838" y="3733798"/>
                  <a:pt x="4679950" y="3733798"/>
                </a:cubicBezTo>
                <a:lnTo>
                  <a:pt x="349250" y="3733798"/>
                </a:lnTo>
                <a:cubicBezTo>
                  <a:pt x="156364" y="3733798"/>
                  <a:pt x="0" y="3577436"/>
                  <a:pt x="0" y="3384548"/>
                </a:cubicBezTo>
                <a:lnTo>
                  <a:pt x="0" y="349249"/>
                </a:lnTo>
                <a:cubicBezTo>
                  <a:pt x="0" y="180474"/>
                  <a:pt x="119716" y="39661"/>
                  <a:pt x="278864" y="709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9" name="Espaço Reservado para Conteúdo 6">
            <a:extLst>
              <a:ext uri="{FF2B5EF4-FFF2-40B4-BE49-F238E27FC236}">
                <a16:creationId xmlns:a16="http://schemas.microsoft.com/office/drawing/2014/main" id="{97E45652-0A6C-4552-E12E-94E6B8CAAC7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895600"/>
            <a:ext cx="6223000" cy="3267456"/>
          </a:xfrm>
        </p:spPr>
        <p:txBody>
          <a:bodyPr rtlCol="0"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F8B1980-1174-ED0C-7D2B-3C8E19442F8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588000" y="6347057"/>
            <a:ext cx="3200400" cy="365125"/>
          </a:xfrm>
        </p:spPr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A0E17CE-5CDB-F9B8-508A-EBF750BFDC2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F65A623-B0CB-DF72-7154-FAA599F2E1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85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133FF05-3096-7497-FA8D-28733AAE7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2514601"/>
            <a:ext cx="3200398" cy="3657600"/>
          </a:xfrm>
        </p:spPr>
        <p:txBody>
          <a:bodyPr rtlCol="0"/>
          <a:lstStyle>
            <a:lvl1pPr>
              <a:defRPr sz="30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2B0368EA-7806-3BA9-5570-A5102FE7B94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67200" y="2514600"/>
            <a:ext cx="4572000" cy="228600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7FAB1DF-AD2F-4353-402F-94E47EE3D8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72495CA-89D9-4C74-A72D-AF6B3A8FCF1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079898EE-29F5-4EB1-D6B0-7CAEDDFB32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99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00200"/>
            <a:ext cx="3200401" cy="3657600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30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67200" y="1609344"/>
            <a:ext cx="5029200" cy="3657600"/>
          </a:xfrm>
        </p:spPr>
        <p:txBody>
          <a:bodyPr rtlCol="0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26833A1-CC94-31F8-5C28-FE32A28041F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EDCE220-30D9-99B4-3161-7B7CA3D3A6A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607D07A-7BD8-5871-3B79-C74FF0E365A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55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2D2CDB4-A600-5D54-5BE6-1FA4F2A91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00200"/>
            <a:ext cx="3215641" cy="3657600"/>
          </a:xfrm>
        </p:spPr>
        <p:txBody>
          <a:bodyPr rtlCol="0" anchor="t">
            <a:normAutofit/>
          </a:bodyPr>
          <a:lstStyle>
            <a:lvl1pPr>
              <a:defRPr sz="30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Conteúdo 7">
            <a:extLst>
              <a:ext uri="{FF2B5EF4-FFF2-40B4-BE49-F238E27FC236}">
                <a16:creationId xmlns:a16="http://schemas.microsoft.com/office/drawing/2014/main" id="{B283CA2A-27C4-3A5B-CCC8-D39969DABF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82441" y="1600200"/>
            <a:ext cx="6842759" cy="3200400"/>
          </a:xfrm>
        </p:spPr>
        <p:txBody>
          <a:bodyPr rtlCol="0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7F66AFF-3304-8CC6-CF56-E7AF712FF1A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4CE7806-344D-D45A-FF0A-D6669494DD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DC48EDA-AD65-3CC6-9DF2-10AAA02ED47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3123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26D9B302-0DDD-C18C-0048-1CE0B3F62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5800"/>
            <a:ext cx="3215642" cy="4419600"/>
          </a:xfrm>
        </p:spPr>
        <p:txBody>
          <a:bodyPr rtlCol="0" anchor="t">
            <a:normAutofit/>
          </a:bodyPr>
          <a:lstStyle>
            <a:lvl1pPr>
              <a:defRPr sz="30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Conteúdo 7">
            <a:extLst>
              <a:ext uri="{FF2B5EF4-FFF2-40B4-BE49-F238E27FC236}">
                <a16:creationId xmlns:a16="http://schemas.microsoft.com/office/drawing/2014/main" id="{A4C4BA54-3687-3119-634B-178D88E18F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88538" y="694944"/>
            <a:ext cx="7522462" cy="4410456"/>
          </a:xfrm>
        </p:spPr>
        <p:txBody>
          <a:bodyPr rtlCol="0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D00CFD0-8801-A840-8082-92086F7985A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81133C8-ACEC-C7FF-8853-AC6AA283473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76924940-A505-A257-1AC1-04850EB787A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9597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0A35C34-6355-27EB-6385-E2E89A9D6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707549"/>
            <a:ext cx="3200400" cy="2721451"/>
          </a:xfrm>
        </p:spPr>
        <p:txBody>
          <a:bodyPr rtlCol="0" anchor="t">
            <a:normAutofit/>
          </a:bodyPr>
          <a:lstStyle>
            <a:lvl1pPr>
              <a:defRPr sz="30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Conteúdo 7">
            <a:extLst>
              <a:ext uri="{FF2B5EF4-FFF2-40B4-BE49-F238E27FC236}">
                <a16:creationId xmlns:a16="http://schemas.microsoft.com/office/drawing/2014/main" id="{F8C3733F-A93C-13FB-40FF-0CDAD1C421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82441" y="707549"/>
            <a:ext cx="7522459" cy="5159851"/>
          </a:xfrm>
        </p:spPr>
        <p:txBody>
          <a:bodyPr rtlCol="0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AAC85AE-CA6A-7906-52B1-EB20693C24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B3A9F3E-7E0A-8060-1610-7ED0C1A9EDE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F234425-1B9E-3F81-93A7-39A902E4176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947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 Image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">
            <a:extLst>
              <a:ext uri="{FF2B5EF4-FFF2-40B4-BE49-F238E27FC236}">
                <a16:creationId xmlns:a16="http://schemas.microsoft.com/office/drawing/2014/main" id="{08979546-8117-7386-41D7-A795798E3A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7800" y="685800"/>
            <a:ext cx="2743200" cy="1828800"/>
          </a:xfrm>
        </p:spPr>
        <p:txBody>
          <a:bodyPr rtlCol="0" anchor="t"/>
          <a:lstStyle>
            <a:lvl1pPr>
              <a:defRPr/>
            </a:lvl1pPr>
          </a:lstStyle>
          <a:p>
            <a:pPr rtl="0"/>
            <a:r>
              <a:rPr lang="pt-br"/>
              <a:t>Clique para editar o estilo de título Mestre	</a:t>
            </a:r>
          </a:p>
        </p:txBody>
      </p:sp>
      <p:sp>
        <p:nvSpPr>
          <p:cNvPr id="24" name="Espaço Reservado para Imagem 23">
            <a:extLst>
              <a:ext uri="{FF2B5EF4-FFF2-40B4-BE49-F238E27FC236}">
                <a16:creationId xmlns:a16="http://schemas.microsoft.com/office/drawing/2014/main" id="{ADE402D3-FE8F-0ECD-D3A6-9A5C54E0AB7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2401" y="152402"/>
            <a:ext cx="7772400" cy="6553199"/>
          </a:xfrm>
          <a:custGeom>
            <a:avLst/>
            <a:gdLst>
              <a:gd name="connsiteX0" fmla="*/ 349250 w 7772400"/>
              <a:gd name="connsiteY0" fmla="*/ 0 h 6553199"/>
              <a:gd name="connsiteX1" fmla="*/ 7423150 w 7772400"/>
              <a:gd name="connsiteY1" fmla="*/ 0 h 6553199"/>
              <a:gd name="connsiteX2" fmla="*/ 7772400 w 7772400"/>
              <a:gd name="connsiteY2" fmla="*/ 349250 h 6553199"/>
              <a:gd name="connsiteX3" fmla="*/ 7772400 w 7772400"/>
              <a:gd name="connsiteY3" fmla="*/ 6203949 h 6553199"/>
              <a:gd name="connsiteX4" fmla="*/ 7423150 w 7772400"/>
              <a:gd name="connsiteY4" fmla="*/ 6553199 h 6553199"/>
              <a:gd name="connsiteX5" fmla="*/ 4137374 w 7772400"/>
              <a:gd name="connsiteY5" fmla="*/ 6553199 h 6553199"/>
              <a:gd name="connsiteX6" fmla="*/ 3886200 w 7772400"/>
              <a:gd name="connsiteY6" fmla="*/ 6302025 h 6553199"/>
              <a:gd name="connsiteX7" fmla="*/ 3635026 w 7772400"/>
              <a:gd name="connsiteY7" fmla="*/ 6050851 h 6553199"/>
              <a:gd name="connsiteX8" fmla="*/ 349250 w 7772400"/>
              <a:gd name="connsiteY8" fmla="*/ 6050851 h 6553199"/>
              <a:gd name="connsiteX9" fmla="*/ 0 w 7772400"/>
              <a:gd name="connsiteY9" fmla="*/ 5701601 h 6553199"/>
              <a:gd name="connsiteX10" fmla="*/ 0 w 7772400"/>
              <a:gd name="connsiteY10" fmla="*/ 349249 h 6553199"/>
              <a:gd name="connsiteX11" fmla="*/ 349250 w 7772400"/>
              <a:gd name="connsiteY11" fmla="*/ 0 h 6553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772400" h="6553199">
                <a:moveTo>
                  <a:pt x="349250" y="0"/>
                </a:moveTo>
                <a:lnTo>
                  <a:pt x="7423150" y="0"/>
                </a:lnTo>
                <a:cubicBezTo>
                  <a:pt x="7616063" y="0"/>
                  <a:pt x="7772400" y="156364"/>
                  <a:pt x="7772400" y="349250"/>
                </a:cubicBezTo>
                <a:lnTo>
                  <a:pt x="7772400" y="6203949"/>
                </a:lnTo>
                <a:cubicBezTo>
                  <a:pt x="7772400" y="6396862"/>
                  <a:pt x="7616063" y="6553199"/>
                  <a:pt x="7423150" y="6553199"/>
                </a:cubicBezTo>
                <a:lnTo>
                  <a:pt x="4137374" y="6553199"/>
                </a:lnTo>
                <a:cubicBezTo>
                  <a:pt x="3998652" y="6553199"/>
                  <a:pt x="3886200" y="6440741"/>
                  <a:pt x="3886200" y="6302025"/>
                </a:cubicBezTo>
                <a:cubicBezTo>
                  <a:pt x="3886200" y="6163303"/>
                  <a:pt x="3773748" y="6050851"/>
                  <a:pt x="3635026" y="6050851"/>
                </a:cubicBezTo>
                <a:lnTo>
                  <a:pt x="349250" y="6050851"/>
                </a:lnTo>
                <a:cubicBezTo>
                  <a:pt x="156364" y="6050851"/>
                  <a:pt x="0" y="5894482"/>
                  <a:pt x="0" y="5701601"/>
                </a:cubicBezTo>
                <a:lnTo>
                  <a:pt x="0" y="349249"/>
                </a:lnTo>
                <a:cubicBezTo>
                  <a:pt x="0" y="156364"/>
                  <a:pt x="156364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D79679-AD22-F26A-8C14-FBF02529B91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067800" y="2697163"/>
            <a:ext cx="2736850" cy="2655887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6" name="Espaço Reservado para Rodapé 25">
            <a:extLst>
              <a:ext uri="{FF2B5EF4-FFF2-40B4-BE49-F238E27FC236}">
                <a16:creationId xmlns:a16="http://schemas.microsoft.com/office/drawing/2014/main" id="{A481F4D9-6FA4-7B89-81A9-C9BB5487665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25" name="Espaço Reservado para Data 24">
            <a:extLst>
              <a:ext uri="{FF2B5EF4-FFF2-40B4-BE49-F238E27FC236}">
                <a16:creationId xmlns:a16="http://schemas.microsoft.com/office/drawing/2014/main" id="{7BD407AA-757D-81E0-5656-C5362BA1A85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27" name="Espaço Reservado para o Número do Slide 26">
            <a:extLst>
              <a:ext uri="{FF2B5EF4-FFF2-40B4-BE49-F238E27FC236}">
                <a16:creationId xmlns:a16="http://schemas.microsoft.com/office/drawing/2014/main" id="{279DE387-22FA-A62E-884D-B1091CE2556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3800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>
            <a:extLst>
              <a:ext uri="{FF2B5EF4-FFF2-40B4-BE49-F238E27FC236}">
                <a16:creationId xmlns:a16="http://schemas.microsoft.com/office/drawing/2014/main" id="{E87790CD-F333-C0F1-5656-69C089583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5800"/>
            <a:ext cx="2743200" cy="1828800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4E3168-BE46-DD0E-A208-64B0FE6A35EF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81000" y="2697163"/>
            <a:ext cx="2743200" cy="2655887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Imagem 17">
            <a:extLst>
              <a:ext uri="{FF2B5EF4-FFF2-40B4-BE49-F238E27FC236}">
                <a16:creationId xmlns:a16="http://schemas.microsoft.com/office/drawing/2014/main" id="{FCF3E2CD-E4FF-604F-C779-35D98A0D9C6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67169" y="152402"/>
            <a:ext cx="7772400" cy="6553199"/>
          </a:xfrm>
          <a:custGeom>
            <a:avLst/>
            <a:gdLst>
              <a:gd name="connsiteX0" fmla="*/ 349250 w 7772400"/>
              <a:gd name="connsiteY0" fmla="*/ 0 h 6553199"/>
              <a:gd name="connsiteX1" fmla="*/ 7423150 w 7772400"/>
              <a:gd name="connsiteY1" fmla="*/ 0 h 6553199"/>
              <a:gd name="connsiteX2" fmla="*/ 7772400 w 7772400"/>
              <a:gd name="connsiteY2" fmla="*/ 349249 h 6553199"/>
              <a:gd name="connsiteX3" fmla="*/ 7772400 w 7772400"/>
              <a:gd name="connsiteY3" fmla="*/ 5701601 h 6553199"/>
              <a:gd name="connsiteX4" fmla="*/ 7423150 w 7772400"/>
              <a:gd name="connsiteY4" fmla="*/ 6050851 h 6553199"/>
              <a:gd name="connsiteX5" fmla="*/ 4137374 w 7772400"/>
              <a:gd name="connsiteY5" fmla="*/ 6050851 h 6553199"/>
              <a:gd name="connsiteX6" fmla="*/ 3886200 w 7772400"/>
              <a:gd name="connsiteY6" fmla="*/ 6302025 h 6553199"/>
              <a:gd name="connsiteX7" fmla="*/ 3635026 w 7772400"/>
              <a:gd name="connsiteY7" fmla="*/ 6553199 h 6553199"/>
              <a:gd name="connsiteX8" fmla="*/ 349250 w 7772400"/>
              <a:gd name="connsiteY8" fmla="*/ 6553199 h 6553199"/>
              <a:gd name="connsiteX9" fmla="*/ 0 w 7772400"/>
              <a:gd name="connsiteY9" fmla="*/ 6203949 h 6553199"/>
              <a:gd name="connsiteX10" fmla="*/ 0 w 7772400"/>
              <a:gd name="connsiteY10" fmla="*/ 349250 h 6553199"/>
              <a:gd name="connsiteX11" fmla="*/ 349250 w 7772400"/>
              <a:gd name="connsiteY11" fmla="*/ 0 h 6553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772400" h="6553199">
                <a:moveTo>
                  <a:pt x="349250" y="0"/>
                </a:moveTo>
                <a:lnTo>
                  <a:pt x="7423150" y="0"/>
                </a:lnTo>
                <a:cubicBezTo>
                  <a:pt x="7616036" y="0"/>
                  <a:pt x="7772400" y="156364"/>
                  <a:pt x="7772400" y="349249"/>
                </a:cubicBezTo>
                <a:lnTo>
                  <a:pt x="7772400" y="5701601"/>
                </a:lnTo>
                <a:cubicBezTo>
                  <a:pt x="7772400" y="5894482"/>
                  <a:pt x="7616036" y="6050851"/>
                  <a:pt x="7423150" y="6050851"/>
                </a:cubicBezTo>
                <a:lnTo>
                  <a:pt x="4137374" y="6050851"/>
                </a:lnTo>
                <a:cubicBezTo>
                  <a:pt x="3998652" y="6050851"/>
                  <a:pt x="3886200" y="6163303"/>
                  <a:pt x="3886200" y="6302025"/>
                </a:cubicBezTo>
                <a:cubicBezTo>
                  <a:pt x="3886200" y="6440741"/>
                  <a:pt x="3773748" y="6553199"/>
                  <a:pt x="3635026" y="6553199"/>
                </a:cubicBezTo>
                <a:lnTo>
                  <a:pt x="349250" y="6553199"/>
                </a:lnTo>
                <a:cubicBezTo>
                  <a:pt x="156337" y="6553199"/>
                  <a:pt x="0" y="6396862"/>
                  <a:pt x="0" y="6203949"/>
                </a:cubicBezTo>
                <a:lnTo>
                  <a:pt x="0" y="349250"/>
                </a:lnTo>
                <a:cubicBezTo>
                  <a:pt x="0" y="156364"/>
                  <a:pt x="156337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20" name="Espaço Reservado para Rodapé 19">
            <a:extLst>
              <a:ext uri="{FF2B5EF4-FFF2-40B4-BE49-F238E27FC236}">
                <a16:creationId xmlns:a16="http://schemas.microsoft.com/office/drawing/2014/main" id="{9C7A36CE-789D-54A7-FBA5-A7874CD124F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19" name="Espaço Reservado para Data 18">
            <a:extLst>
              <a:ext uri="{FF2B5EF4-FFF2-40B4-BE49-F238E27FC236}">
                <a16:creationId xmlns:a16="http://schemas.microsoft.com/office/drawing/2014/main" id="{32C91AF8-BAF4-9A6D-74C4-A3C09EED59C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21" name="Espaço Reservado para o Número do Slide 20">
            <a:extLst>
              <a:ext uri="{FF2B5EF4-FFF2-40B4-BE49-F238E27FC236}">
                <a16:creationId xmlns:a16="http://schemas.microsoft.com/office/drawing/2014/main" id="{0BCA39C5-9F64-B755-BEB5-B84576E593B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094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76123794-32E7-D1A7-A06F-935705E38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80186"/>
            <a:ext cx="2743200" cy="1792014"/>
          </a:xfrm>
        </p:spPr>
        <p:txBody>
          <a:bodyPr rtlCol="0" anchor="t">
            <a:normAutofit/>
          </a:bodyPr>
          <a:lstStyle>
            <a:lvl1pPr>
              <a:defRPr sz="30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3" name="Espaço Reservado para Imagem 12">
            <a:extLst>
              <a:ext uri="{FF2B5EF4-FFF2-40B4-BE49-F238E27FC236}">
                <a16:creationId xmlns:a16="http://schemas.microsoft.com/office/drawing/2014/main" id="{B0404783-A1B8-D809-2811-6EB9AA4C807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52400" y="152400"/>
            <a:ext cx="11887200" cy="4188118"/>
          </a:xfrm>
          <a:custGeom>
            <a:avLst/>
            <a:gdLst>
              <a:gd name="connsiteX0" fmla="*/ 283883 w 11887200"/>
              <a:gd name="connsiteY0" fmla="*/ 0 h 4188118"/>
              <a:gd name="connsiteX1" fmla="*/ 11603325 w 11887200"/>
              <a:gd name="connsiteY1" fmla="*/ 0 h 4188118"/>
              <a:gd name="connsiteX2" fmla="*/ 11608344 w 11887200"/>
              <a:gd name="connsiteY2" fmla="*/ 505 h 4188118"/>
              <a:gd name="connsiteX3" fmla="*/ 11887200 w 11887200"/>
              <a:gd name="connsiteY3" fmla="*/ 342315 h 4188118"/>
              <a:gd name="connsiteX4" fmla="*/ 11887200 w 11887200"/>
              <a:gd name="connsiteY4" fmla="*/ 3839220 h 4188118"/>
              <a:gd name="connsiteX5" fmla="*/ 11537950 w 11887200"/>
              <a:gd name="connsiteY5" fmla="*/ 4188118 h 4188118"/>
              <a:gd name="connsiteX6" fmla="*/ 3733800 w 11887200"/>
              <a:gd name="connsiteY6" fmla="*/ 4188118 h 4188118"/>
              <a:gd name="connsiteX7" fmla="*/ 3462878 w 11887200"/>
              <a:gd name="connsiteY7" fmla="*/ 3917468 h 4188118"/>
              <a:gd name="connsiteX8" fmla="*/ 3191955 w 11887200"/>
              <a:gd name="connsiteY8" fmla="*/ 3646818 h 4188118"/>
              <a:gd name="connsiteX9" fmla="*/ 349250 w 11887200"/>
              <a:gd name="connsiteY9" fmla="*/ 3646818 h 4188118"/>
              <a:gd name="connsiteX10" fmla="*/ 0 w 11887200"/>
              <a:gd name="connsiteY10" fmla="*/ 3297920 h 4188118"/>
              <a:gd name="connsiteX11" fmla="*/ 0 w 11887200"/>
              <a:gd name="connsiteY11" fmla="*/ 342316 h 4188118"/>
              <a:gd name="connsiteX12" fmla="*/ 278864 w 11887200"/>
              <a:gd name="connsiteY12" fmla="*/ 505 h 4188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87200" h="4188118">
                <a:moveTo>
                  <a:pt x="283883" y="0"/>
                </a:moveTo>
                <a:lnTo>
                  <a:pt x="11603325" y="0"/>
                </a:lnTo>
                <a:lnTo>
                  <a:pt x="11608344" y="505"/>
                </a:lnTo>
                <a:cubicBezTo>
                  <a:pt x="11767505" y="33039"/>
                  <a:pt x="11887200" y="173710"/>
                  <a:pt x="11887200" y="342315"/>
                </a:cubicBezTo>
                <a:lnTo>
                  <a:pt x="11887200" y="3839220"/>
                </a:lnTo>
                <a:cubicBezTo>
                  <a:pt x="11887200" y="4031913"/>
                  <a:pt x="11730863" y="4188118"/>
                  <a:pt x="11537950" y="4188118"/>
                </a:cubicBezTo>
                <a:lnTo>
                  <a:pt x="3733800" y="4188118"/>
                </a:lnTo>
                <a:cubicBezTo>
                  <a:pt x="3584175" y="4188118"/>
                  <a:pt x="3462878" y="4066942"/>
                  <a:pt x="3462878" y="3917468"/>
                </a:cubicBezTo>
                <a:cubicBezTo>
                  <a:pt x="3462878" y="3767994"/>
                  <a:pt x="3341579" y="3646818"/>
                  <a:pt x="3191955" y="3646818"/>
                </a:cubicBezTo>
                <a:lnTo>
                  <a:pt x="349250" y="3646818"/>
                </a:lnTo>
                <a:cubicBezTo>
                  <a:pt x="156365" y="3646818"/>
                  <a:pt x="0" y="3490613"/>
                  <a:pt x="0" y="3297920"/>
                </a:cubicBezTo>
                <a:lnTo>
                  <a:pt x="0" y="342316"/>
                </a:lnTo>
                <a:cubicBezTo>
                  <a:pt x="0" y="173711"/>
                  <a:pt x="119716" y="33039"/>
                  <a:pt x="278864" y="50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9" name="Espaço Reservado para Conteúdo 7">
            <a:extLst>
              <a:ext uri="{FF2B5EF4-FFF2-40B4-BE49-F238E27FC236}">
                <a16:creationId xmlns:a16="http://schemas.microsoft.com/office/drawing/2014/main" id="{46B89886-D0B7-2E42-CC85-382090FCE24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8600" y="4800601"/>
            <a:ext cx="7772400" cy="13716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0D96629-7636-13CD-DDAE-3FAF9A84C04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BC96C14-DFFB-28AC-C7C2-F4CA75ED220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D8267B94-172F-C06B-ACF0-7E24490AD41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469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D676C2-CD03-E417-CB93-800D63E65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687787"/>
            <a:ext cx="3643802" cy="1479477"/>
          </a:xfrm>
        </p:spPr>
        <p:txBody>
          <a:bodyPr rtlCol="0" anchor="t">
            <a:normAutofit/>
          </a:bodyPr>
          <a:lstStyle>
            <a:lvl1pPr>
              <a:defRPr sz="30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4F55C32B-C162-62A9-B41A-495DC7FAC9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2400" y="152909"/>
            <a:ext cx="6858000" cy="6552184"/>
          </a:xfrm>
          <a:custGeom>
            <a:avLst/>
            <a:gdLst>
              <a:gd name="connsiteX0" fmla="*/ 349250 w 6858000"/>
              <a:gd name="connsiteY0" fmla="*/ 0 h 6552184"/>
              <a:gd name="connsiteX1" fmla="*/ 6508751 w 6858000"/>
              <a:gd name="connsiteY1" fmla="*/ 0 h 6552184"/>
              <a:gd name="connsiteX2" fmla="*/ 6850907 w 6858000"/>
              <a:gd name="connsiteY2" fmla="*/ 278864 h 6552184"/>
              <a:gd name="connsiteX3" fmla="*/ 6858000 w 6858000"/>
              <a:gd name="connsiteY3" fmla="*/ 349240 h 6552184"/>
              <a:gd name="connsiteX4" fmla="*/ 6858000 w 6858000"/>
              <a:gd name="connsiteY4" fmla="*/ 6202932 h 6552184"/>
              <a:gd name="connsiteX5" fmla="*/ 6850907 w 6858000"/>
              <a:gd name="connsiteY5" fmla="*/ 6273302 h 6552184"/>
              <a:gd name="connsiteX6" fmla="*/ 6508751 w 6858000"/>
              <a:gd name="connsiteY6" fmla="*/ 6552184 h 6552184"/>
              <a:gd name="connsiteX7" fmla="*/ 3679661 w 6858000"/>
              <a:gd name="connsiteY7" fmla="*/ 6552184 h 6552184"/>
              <a:gd name="connsiteX8" fmla="*/ 3429001 w 6858000"/>
              <a:gd name="connsiteY8" fmla="*/ 6301512 h 6552184"/>
              <a:gd name="connsiteX9" fmla="*/ 3178341 w 6858000"/>
              <a:gd name="connsiteY9" fmla="*/ 6050852 h 6552184"/>
              <a:gd name="connsiteX10" fmla="*/ 349250 w 6858000"/>
              <a:gd name="connsiteY10" fmla="*/ 6050852 h 6552184"/>
              <a:gd name="connsiteX11" fmla="*/ 0 w 6858000"/>
              <a:gd name="connsiteY11" fmla="*/ 5701602 h 6552184"/>
              <a:gd name="connsiteX12" fmla="*/ 0 w 6858000"/>
              <a:gd name="connsiteY12" fmla="*/ 349249 h 6552184"/>
              <a:gd name="connsiteX13" fmla="*/ 349250 w 6858000"/>
              <a:gd name="connsiteY13" fmla="*/ 0 h 6552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858000" h="6552184">
                <a:moveTo>
                  <a:pt x="349250" y="0"/>
                </a:moveTo>
                <a:lnTo>
                  <a:pt x="6508751" y="0"/>
                </a:lnTo>
                <a:cubicBezTo>
                  <a:pt x="6677550" y="0"/>
                  <a:pt x="6818346" y="119716"/>
                  <a:pt x="6850907" y="278864"/>
                </a:cubicBezTo>
                <a:lnTo>
                  <a:pt x="6858000" y="349240"/>
                </a:lnTo>
                <a:lnTo>
                  <a:pt x="6858000" y="6202932"/>
                </a:lnTo>
                <a:lnTo>
                  <a:pt x="6850907" y="6273302"/>
                </a:lnTo>
                <a:cubicBezTo>
                  <a:pt x="6818346" y="6432441"/>
                  <a:pt x="6677550" y="6552184"/>
                  <a:pt x="6508751" y="6552184"/>
                </a:cubicBezTo>
                <a:lnTo>
                  <a:pt x="3679661" y="6552184"/>
                </a:lnTo>
                <a:cubicBezTo>
                  <a:pt x="3541224" y="6552184"/>
                  <a:pt x="3429001" y="6439916"/>
                  <a:pt x="3429001" y="6301512"/>
                </a:cubicBezTo>
                <a:cubicBezTo>
                  <a:pt x="3429001" y="6163075"/>
                  <a:pt x="3316777" y="6050852"/>
                  <a:pt x="3178341" y="6050852"/>
                </a:cubicBezTo>
                <a:lnTo>
                  <a:pt x="349250" y="6050852"/>
                </a:lnTo>
                <a:cubicBezTo>
                  <a:pt x="156365" y="6050852"/>
                  <a:pt x="0" y="5894483"/>
                  <a:pt x="0" y="5701602"/>
                </a:cubicBezTo>
                <a:lnTo>
                  <a:pt x="0" y="349249"/>
                </a:lnTo>
                <a:cubicBezTo>
                  <a:pt x="0" y="156364"/>
                  <a:pt x="156364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4" name="Espaço Reservado para Conteúdo 7">
            <a:extLst>
              <a:ext uri="{FF2B5EF4-FFF2-40B4-BE49-F238E27FC236}">
                <a16:creationId xmlns:a16="http://schemas.microsoft.com/office/drawing/2014/main" id="{2FA71202-73E3-EC77-A329-87C79A8076E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3524" y="2315569"/>
            <a:ext cx="3657600" cy="3399431"/>
          </a:xfrm>
        </p:spPr>
        <p:txBody>
          <a:bodyPr rtlCol="0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9" name="Espaço Reservado para Rodapé 18">
            <a:extLst>
              <a:ext uri="{FF2B5EF4-FFF2-40B4-BE49-F238E27FC236}">
                <a16:creationId xmlns:a16="http://schemas.microsoft.com/office/drawing/2014/main" id="{71FBFF96-90E9-F38D-7DE9-B0F3618F7E2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18" name="Espaço Reservado para Data 17">
            <a:extLst>
              <a:ext uri="{FF2B5EF4-FFF2-40B4-BE49-F238E27FC236}">
                <a16:creationId xmlns:a16="http://schemas.microsoft.com/office/drawing/2014/main" id="{2F86AE26-3DEB-A585-586A-3E96D1C9222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20" name="Espaço Reservado para o Número do Slide 19">
            <a:extLst>
              <a:ext uri="{FF2B5EF4-FFF2-40B4-BE49-F238E27FC236}">
                <a16:creationId xmlns:a16="http://schemas.microsoft.com/office/drawing/2014/main" id="{61023988-9ADD-CF63-46AD-822C53C8584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191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DB89B3-4BC0-8CBA-6C8C-DB3E149D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7787"/>
            <a:ext cx="3657600" cy="1479477"/>
          </a:xfrm>
        </p:spPr>
        <p:txBody>
          <a:bodyPr rtlCol="0" anchor="t">
            <a:normAutofit/>
          </a:bodyPr>
          <a:lstStyle>
            <a:lvl1pPr>
              <a:defRPr sz="30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4" name="Espaço Reservado para Conteúdo 7">
            <a:extLst>
              <a:ext uri="{FF2B5EF4-FFF2-40B4-BE49-F238E27FC236}">
                <a16:creationId xmlns:a16="http://schemas.microsoft.com/office/drawing/2014/main" id="{93D7441D-47D4-6327-58AD-E2323761EF4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124" y="2315569"/>
            <a:ext cx="3657600" cy="3399431"/>
          </a:xfrm>
        </p:spPr>
        <p:txBody>
          <a:bodyPr rtlCol="0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9BB15437-61C3-B4EF-E477-7EC4FFB3A2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67745" y="153416"/>
            <a:ext cx="6858000" cy="6552184"/>
          </a:xfrm>
          <a:custGeom>
            <a:avLst/>
            <a:gdLst>
              <a:gd name="connsiteX0" fmla="*/ 349250 w 6858000"/>
              <a:gd name="connsiteY0" fmla="*/ 0 h 6552184"/>
              <a:gd name="connsiteX1" fmla="*/ 6508751 w 6858000"/>
              <a:gd name="connsiteY1" fmla="*/ 0 h 6552184"/>
              <a:gd name="connsiteX2" fmla="*/ 6850905 w 6858000"/>
              <a:gd name="connsiteY2" fmla="*/ 278863 h 6552184"/>
              <a:gd name="connsiteX3" fmla="*/ 6858000 w 6858000"/>
              <a:gd name="connsiteY3" fmla="*/ 349239 h 6552184"/>
              <a:gd name="connsiteX4" fmla="*/ 6858000 w 6858000"/>
              <a:gd name="connsiteY4" fmla="*/ 5701612 h 6552184"/>
              <a:gd name="connsiteX5" fmla="*/ 6850905 w 6858000"/>
              <a:gd name="connsiteY5" fmla="*/ 5771987 h 6552184"/>
              <a:gd name="connsiteX6" fmla="*/ 6508751 w 6858000"/>
              <a:gd name="connsiteY6" fmla="*/ 6050852 h 6552184"/>
              <a:gd name="connsiteX7" fmla="*/ 3679660 w 6858000"/>
              <a:gd name="connsiteY7" fmla="*/ 6050852 h 6552184"/>
              <a:gd name="connsiteX8" fmla="*/ 3429000 w 6858000"/>
              <a:gd name="connsiteY8" fmla="*/ 6301512 h 6552184"/>
              <a:gd name="connsiteX9" fmla="*/ 3178340 w 6858000"/>
              <a:gd name="connsiteY9" fmla="*/ 6552184 h 6552184"/>
              <a:gd name="connsiteX10" fmla="*/ 349250 w 6858000"/>
              <a:gd name="connsiteY10" fmla="*/ 6552184 h 6552184"/>
              <a:gd name="connsiteX11" fmla="*/ 0 w 6858000"/>
              <a:gd name="connsiteY11" fmla="*/ 6202922 h 6552184"/>
              <a:gd name="connsiteX12" fmla="*/ 0 w 6858000"/>
              <a:gd name="connsiteY12" fmla="*/ 349250 h 6552184"/>
              <a:gd name="connsiteX13" fmla="*/ 349250 w 6858000"/>
              <a:gd name="connsiteY13" fmla="*/ 0 h 6552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858000" h="6552184">
                <a:moveTo>
                  <a:pt x="349250" y="0"/>
                </a:moveTo>
                <a:lnTo>
                  <a:pt x="6508751" y="0"/>
                </a:lnTo>
                <a:cubicBezTo>
                  <a:pt x="6677526" y="0"/>
                  <a:pt x="6818339" y="119716"/>
                  <a:pt x="6850905" y="278863"/>
                </a:cubicBezTo>
                <a:lnTo>
                  <a:pt x="6858000" y="349239"/>
                </a:lnTo>
                <a:lnTo>
                  <a:pt x="6858000" y="5701612"/>
                </a:lnTo>
                <a:lnTo>
                  <a:pt x="6850905" y="5771987"/>
                </a:lnTo>
                <a:cubicBezTo>
                  <a:pt x="6818339" y="5931132"/>
                  <a:pt x="6677525" y="6050852"/>
                  <a:pt x="6508751" y="6050852"/>
                </a:cubicBezTo>
                <a:lnTo>
                  <a:pt x="3679660" y="6050852"/>
                </a:lnTo>
                <a:cubicBezTo>
                  <a:pt x="3541224" y="6050852"/>
                  <a:pt x="3429000" y="6163075"/>
                  <a:pt x="3429000" y="6301512"/>
                </a:cubicBezTo>
                <a:cubicBezTo>
                  <a:pt x="3429000" y="6439916"/>
                  <a:pt x="3316777" y="6552184"/>
                  <a:pt x="3178340" y="6552184"/>
                </a:cubicBezTo>
                <a:lnTo>
                  <a:pt x="349250" y="6552184"/>
                </a:lnTo>
                <a:cubicBezTo>
                  <a:pt x="156337" y="6552184"/>
                  <a:pt x="0" y="6395784"/>
                  <a:pt x="0" y="6202922"/>
                </a:cubicBezTo>
                <a:lnTo>
                  <a:pt x="0" y="349250"/>
                </a:lnTo>
                <a:cubicBezTo>
                  <a:pt x="0" y="156364"/>
                  <a:pt x="156337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15" name="Espaço Reservado para Rodapé 14">
            <a:extLst>
              <a:ext uri="{FF2B5EF4-FFF2-40B4-BE49-F238E27FC236}">
                <a16:creationId xmlns:a16="http://schemas.microsoft.com/office/drawing/2014/main" id="{7FE5C307-6369-CF58-0A50-89212DFBD1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pt-br"/>
              <a:t>Exemplo de Texto de Rodapé</a:t>
            </a:r>
          </a:p>
        </p:txBody>
      </p:sp>
      <p:sp>
        <p:nvSpPr>
          <p:cNvPr id="14" name="Espaço Reservado para Data 13">
            <a:extLst>
              <a:ext uri="{FF2B5EF4-FFF2-40B4-BE49-F238E27FC236}">
                <a16:creationId xmlns:a16="http://schemas.microsoft.com/office/drawing/2014/main" id="{7EC422F6-7257-B0F1-4018-B56FEDC412E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0E28D06D-C260-17A4-72EE-F62EE249E4C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2785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FB270E86-172E-E52F-5FA2-F43C6B876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0" y="685799"/>
            <a:ext cx="4572000" cy="1142665"/>
          </a:xfrm>
        </p:spPr>
        <p:txBody>
          <a:bodyPr rtlCol="0" anchor="t">
            <a:normAutofit/>
          </a:bodyPr>
          <a:lstStyle>
            <a:lvl1pPr>
              <a:defRPr sz="30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23" name="Espaço Reservado para Imagem 22">
            <a:extLst>
              <a:ext uri="{FF2B5EF4-FFF2-40B4-BE49-F238E27FC236}">
                <a16:creationId xmlns:a16="http://schemas.microsoft.com/office/drawing/2014/main" id="{A09759E0-34BA-620A-7C02-5DD57D991C1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2400" y="153417"/>
            <a:ext cx="5943599" cy="6552184"/>
          </a:xfrm>
          <a:custGeom>
            <a:avLst/>
            <a:gdLst>
              <a:gd name="connsiteX0" fmla="*/ 349249 w 5943599"/>
              <a:gd name="connsiteY0" fmla="*/ 0 h 6552184"/>
              <a:gd name="connsiteX1" fmla="*/ 5594350 w 5943599"/>
              <a:gd name="connsiteY1" fmla="*/ 0 h 6552184"/>
              <a:gd name="connsiteX2" fmla="*/ 5936505 w 5943599"/>
              <a:gd name="connsiteY2" fmla="*/ 278864 h 6552184"/>
              <a:gd name="connsiteX3" fmla="*/ 5943599 w 5943599"/>
              <a:gd name="connsiteY3" fmla="*/ 349240 h 6552184"/>
              <a:gd name="connsiteX4" fmla="*/ 5943599 w 5943599"/>
              <a:gd name="connsiteY4" fmla="*/ 6202933 h 6552184"/>
              <a:gd name="connsiteX5" fmla="*/ 5936505 w 5943599"/>
              <a:gd name="connsiteY5" fmla="*/ 6273302 h 6552184"/>
              <a:gd name="connsiteX6" fmla="*/ 5594350 w 5943599"/>
              <a:gd name="connsiteY6" fmla="*/ 6552184 h 6552184"/>
              <a:gd name="connsiteX7" fmla="*/ 3222460 w 5943599"/>
              <a:gd name="connsiteY7" fmla="*/ 6552184 h 6552184"/>
              <a:gd name="connsiteX8" fmla="*/ 2971800 w 5943599"/>
              <a:gd name="connsiteY8" fmla="*/ 6301512 h 6552184"/>
              <a:gd name="connsiteX9" fmla="*/ 2721140 w 5943599"/>
              <a:gd name="connsiteY9" fmla="*/ 6050852 h 6552184"/>
              <a:gd name="connsiteX10" fmla="*/ 349249 w 5943599"/>
              <a:gd name="connsiteY10" fmla="*/ 6050852 h 6552184"/>
              <a:gd name="connsiteX11" fmla="*/ 7095 w 5943599"/>
              <a:gd name="connsiteY11" fmla="*/ 5771987 h 6552184"/>
              <a:gd name="connsiteX12" fmla="*/ 0 w 5943599"/>
              <a:gd name="connsiteY12" fmla="*/ 5701612 h 6552184"/>
              <a:gd name="connsiteX13" fmla="*/ 0 w 5943599"/>
              <a:gd name="connsiteY13" fmla="*/ 349239 h 6552184"/>
              <a:gd name="connsiteX14" fmla="*/ 7095 w 5943599"/>
              <a:gd name="connsiteY14" fmla="*/ 278863 h 6552184"/>
              <a:gd name="connsiteX15" fmla="*/ 349249 w 5943599"/>
              <a:gd name="connsiteY15" fmla="*/ 0 h 6552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943599" h="6552184">
                <a:moveTo>
                  <a:pt x="349249" y="0"/>
                </a:moveTo>
                <a:lnTo>
                  <a:pt x="5594350" y="0"/>
                </a:lnTo>
                <a:cubicBezTo>
                  <a:pt x="5763127" y="0"/>
                  <a:pt x="5903939" y="119716"/>
                  <a:pt x="5936505" y="278864"/>
                </a:cubicBezTo>
                <a:lnTo>
                  <a:pt x="5943599" y="349240"/>
                </a:lnTo>
                <a:lnTo>
                  <a:pt x="5943599" y="6202933"/>
                </a:lnTo>
                <a:lnTo>
                  <a:pt x="5936505" y="6273302"/>
                </a:lnTo>
                <a:cubicBezTo>
                  <a:pt x="5903939" y="6432441"/>
                  <a:pt x="5763127" y="6552184"/>
                  <a:pt x="5594350" y="6552184"/>
                </a:cubicBezTo>
                <a:lnTo>
                  <a:pt x="3222460" y="6552184"/>
                </a:lnTo>
                <a:cubicBezTo>
                  <a:pt x="3084023" y="6552184"/>
                  <a:pt x="2971800" y="6439916"/>
                  <a:pt x="2971800" y="6301512"/>
                </a:cubicBezTo>
                <a:cubicBezTo>
                  <a:pt x="2971800" y="6163075"/>
                  <a:pt x="2859576" y="6050852"/>
                  <a:pt x="2721140" y="6050852"/>
                </a:cubicBezTo>
                <a:lnTo>
                  <a:pt x="349249" y="6050852"/>
                </a:lnTo>
                <a:cubicBezTo>
                  <a:pt x="180474" y="6050852"/>
                  <a:pt x="39661" y="5931132"/>
                  <a:pt x="7095" y="5771987"/>
                </a:cubicBezTo>
                <a:lnTo>
                  <a:pt x="0" y="5701612"/>
                </a:lnTo>
                <a:lnTo>
                  <a:pt x="0" y="349239"/>
                </a:lnTo>
                <a:lnTo>
                  <a:pt x="7095" y="278863"/>
                </a:lnTo>
                <a:cubicBezTo>
                  <a:pt x="39661" y="119716"/>
                  <a:pt x="180474" y="0"/>
                  <a:pt x="349249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9" name="Espaço Reservado para Conteúdo 7">
            <a:extLst>
              <a:ext uri="{FF2B5EF4-FFF2-40B4-BE49-F238E27FC236}">
                <a16:creationId xmlns:a16="http://schemas.microsoft.com/office/drawing/2014/main" id="{63B76838-CF87-13E2-3FB4-2C33A18A42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39000" y="1975104"/>
            <a:ext cx="4572000" cy="4197097"/>
          </a:xfrm>
        </p:spPr>
        <p:txBody>
          <a:bodyPr rtlCol="0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5" name="Espaço Reservado para Rodapé 24">
            <a:extLst>
              <a:ext uri="{FF2B5EF4-FFF2-40B4-BE49-F238E27FC236}">
                <a16:creationId xmlns:a16="http://schemas.microsoft.com/office/drawing/2014/main" id="{8ADBC95E-510D-3B2D-86CA-02B88C4B2F6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2400" y="6347057"/>
            <a:ext cx="2286000" cy="365125"/>
          </a:xfrm>
        </p:spPr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24" name="Espaço Reservado para Data 23">
            <a:extLst>
              <a:ext uri="{FF2B5EF4-FFF2-40B4-BE49-F238E27FC236}">
                <a16:creationId xmlns:a16="http://schemas.microsoft.com/office/drawing/2014/main" id="{17BCEDA5-95B9-E7B2-CAB5-29E3BD27208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26" name="Espaço Reservado para o Número do Slide 25">
            <a:extLst>
              <a:ext uri="{FF2B5EF4-FFF2-40B4-BE49-F238E27FC236}">
                <a16:creationId xmlns:a16="http://schemas.microsoft.com/office/drawing/2014/main" id="{B0979856-E127-0071-5A89-58D930F576D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345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D773997-CD4B-E689-3BAF-0C9897FE8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5799"/>
            <a:ext cx="4572000" cy="1142665"/>
          </a:xfrm>
        </p:spPr>
        <p:txBody>
          <a:bodyPr rtlCol="0" anchor="t">
            <a:normAutofit/>
          </a:bodyPr>
          <a:lstStyle>
            <a:lvl1pPr>
              <a:defRPr sz="30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5" name="Espaço Reservado para Conteúdo 7">
            <a:extLst>
              <a:ext uri="{FF2B5EF4-FFF2-40B4-BE49-F238E27FC236}">
                <a16:creationId xmlns:a16="http://schemas.microsoft.com/office/drawing/2014/main" id="{24EBD2AD-58AA-F811-7CF8-B1ED4589134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975104"/>
            <a:ext cx="4572000" cy="4197097"/>
          </a:xfrm>
        </p:spPr>
        <p:txBody>
          <a:bodyPr rtlCol="0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4" name="Espaço Reservado para Imagem 13">
            <a:extLst>
              <a:ext uri="{FF2B5EF4-FFF2-40B4-BE49-F238E27FC236}">
                <a16:creationId xmlns:a16="http://schemas.microsoft.com/office/drawing/2014/main" id="{D095B35F-B5A5-E348-6D44-317477DFD7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1" y="153417"/>
            <a:ext cx="5943599" cy="6552184"/>
          </a:xfrm>
          <a:custGeom>
            <a:avLst/>
            <a:gdLst>
              <a:gd name="connsiteX0" fmla="*/ 349249 w 5943599"/>
              <a:gd name="connsiteY0" fmla="*/ 0 h 6552184"/>
              <a:gd name="connsiteX1" fmla="*/ 5594350 w 5943599"/>
              <a:gd name="connsiteY1" fmla="*/ 0 h 6552184"/>
              <a:gd name="connsiteX2" fmla="*/ 5936505 w 5943599"/>
              <a:gd name="connsiteY2" fmla="*/ 278863 h 6552184"/>
              <a:gd name="connsiteX3" fmla="*/ 5943599 w 5943599"/>
              <a:gd name="connsiteY3" fmla="*/ 349239 h 6552184"/>
              <a:gd name="connsiteX4" fmla="*/ 5943599 w 5943599"/>
              <a:gd name="connsiteY4" fmla="*/ 5701613 h 6552184"/>
              <a:gd name="connsiteX5" fmla="*/ 5936505 w 5943599"/>
              <a:gd name="connsiteY5" fmla="*/ 5771987 h 6552184"/>
              <a:gd name="connsiteX6" fmla="*/ 5594350 w 5943599"/>
              <a:gd name="connsiteY6" fmla="*/ 6050852 h 6552184"/>
              <a:gd name="connsiteX7" fmla="*/ 3222459 w 5943599"/>
              <a:gd name="connsiteY7" fmla="*/ 6050852 h 6552184"/>
              <a:gd name="connsiteX8" fmla="*/ 2971799 w 5943599"/>
              <a:gd name="connsiteY8" fmla="*/ 6301512 h 6552184"/>
              <a:gd name="connsiteX9" fmla="*/ 2721139 w 5943599"/>
              <a:gd name="connsiteY9" fmla="*/ 6552184 h 6552184"/>
              <a:gd name="connsiteX10" fmla="*/ 349249 w 5943599"/>
              <a:gd name="connsiteY10" fmla="*/ 6552184 h 6552184"/>
              <a:gd name="connsiteX11" fmla="*/ 7095 w 5943599"/>
              <a:gd name="connsiteY11" fmla="*/ 6273302 h 6552184"/>
              <a:gd name="connsiteX12" fmla="*/ 0 w 5943599"/>
              <a:gd name="connsiteY12" fmla="*/ 6202932 h 6552184"/>
              <a:gd name="connsiteX13" fmla="*/ 0 w 5943599"/>
              <a:gd name="connsiteY13" fmla="*/ 349240 h 6552184"/>
              <a:gd name="connsiteX14" fmla="*/ 7095 w 5943599"/>
              <a:gd name="connsiteY14" fmla="*/ 278864 h 6552184"/>
              <a:gd name="connsiteX15" fmla="*/ 349249 w 5943599"/>
              <a:gd name="connsiteY15" fmla="*/ 0 h 6552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943599" h="6552184">
                <a:moveTo>
                  <a:pt x="349249" y="0"/>
                </a:moveTo>
                <a:lnTo>
                  <a:pt x="5594350" y="0"/>
                </a:lnTo>
                <a:cubicBezTo>
                  <a:pt x="5763125" y="0"/>
                  <a:pt x="5903938" y="119716"/>
                  <a:pt x="5936505" y="278863"/>
                </a:cubicBezTo>
                <a:lnTo>
                  <a:pt x="5943599" y="349239"/>
                </a:lnTo>
                <a:lnTo>
                  <a:pt x="5943599" y="5701613"/>
                </a:lnTo>
                <a:lnTo>
                  <a:pt x="5936505" y="5771987"/>
                </a:lnTo>
                <a:cubicBezTo>
                  <a:pt x="5903938" y="5931132"/>
                  <a:pt x="5763125" y="6050852"/>
                  <a:pt x="5594350" y="6050852"/>
                </a:cubicBezTo>
                <a:lnTo>
                  <a:pt x="3222459" y="6050852"/>
                </a:lnTo>
                <a:cubicBezTo>
                  <a:pt x="3084023" y="6050852"/>
                  <a:pt x="2971799" y="6163075"/>
                  <a:pt x="2971799" y="6301512"/>
                </a:cubicBezTo>
                <a:cubicBezTo>
                  <a:pt x="2971799" y="6439916"/>
                  <a:pt x="2859576" y="6552184"/>
                  <a:pt x="2721139" y="6552184"/>
                </a:cubicBezTo>
                <a:lnTo>
                  <a:pt x="349249" y="6552184"/>
                </a:lnTo>
                <a:cubicBezTo>
                  <a:pt x="180472" y="6552184"/>
                  <a:pt x="39661" y="6432441"/>
                  <a:pt x="7095" y="6273302"/>
                </a:cubicBezTo>
                <a:lnTo>
                  <a:pt x="0" y="6202932"/>
                </a:lnTo>
                <a:lnTo>
                  <a:pt x="0" y="349240"/>
                </a:lnTo>
                <a:lnTo>
                  <a:pt x="7095" y="278864"/>
                </a:lnTo>
                <a:cubicBezTo>
                  <a:pt x="39661" y="119716"/>
                  <a:pt x="180472" y="0"/>
                  <a:pt x="349249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16" name="Espaço Reservado para Rodapé 15">
            <a:extLst>
              <a:ext uri="{FF2B5EF4-FFF2-40B4-BE49-F238E27FC236}">
                <a16:creationId xmlns:a16="http://schemas.microsoft.com/office/drawing/2014/main" id="{85197084-03D2-BA85-1A71-C94937FB0C7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pt-br"/>
              <a:t>Exemplo de Texto de Rodapé</a:t>
            </a:r>
          </a:p>
        </p:txBody>
      </p:sp>
      <p:sp>
        <p:nvSpPr>
          <p:cNvPr id="15" name="Espaço Reservado para Data 14">
            <a:extLst>
              <a:ext uri="{FF2B5EF4-FFF2-40B4-BE49-F238E27FC236}">
                <a16:creationId xmlns:a16="http://schemas.microsoft.com/office/drawing/2014/main" id="{5DD74A05-12EB-2CFB-1BE4-790E006039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17" name="Espaço Reservado para o Número do Slide 16">
            <a:extLst>
              <a:ext uri="{FF2B5EF4-FFF2-40B4-BE49-F238E27FC236}">
                <a16:creationId xmlns:a16="http://schemas.microsoft.com/office/drawing/2014/main" id="{3D1CC9AC-FA0F-A8C9-DB39-662464481C7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4400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E9561B74-B661-DA6C-F6CF-F6ACE6005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5531"/>
            <a:ext cx="2971800" cy="1826669"/>
          </a:xfrm>
        </p:spPr>
        <p:txBody>
          <a:bodyPr rtlCol="0" anchor="t">
            <a:normAutofit/>
          </a:bodyPr>
          <a:lstStyle>
            <a:lvl1pPr>
              <a:defRPr sz="30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4" name="Espaço Reservado para Imagem 13">
            <a:extLst>
              <a:ext uri="{FF2B5EF4-FFF2-40B4-BE49-F238E27FC236}">
                <a16:creationId xmlns:a16="http://schemas.microsoft.com/office/drawing/2014/main" id="{9DBA1807-8655-C7D6-98CF-2A2A894383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2401" y="152400"/>
            <a:ext cx="11887199" cy="3657600"/>
          </a:xfrm>
          <a:custGeom>
            <a:avLst/>
            <a:gdLst>
              <a:gd name="connsiteX0" fmla="*/ 349250 w 11887199"/>
              <a:gd name="connsiteY0" fmla="*/ 0 h 3657600"/>
              <a:gd name="connsiteX1" fmla="*/ 5672932 w 11887199"/>
              <a:gd name="connsiteY1" fmla="*/ 0 h 3657600"/>
              <a:gd name="connsiteX2" fmla="*/ 5943600 w 11887199"/>
              <a:gd name="connsiteY2" fmla="*/ 270704 h 3657600"/>
              <a:gd name="connsiteX3" fmla="*/ 6214268 w 11887199"/>
              <a:gd name="connsiteY3" fmla="*/ 541408 h 3657600"/>
              <a:gd name="connsiteX4" fmla="*/ 11537949 w 11887199"/>
              <a:gd name="connsiteY4" fmla="*/ 541408 h 3657600"/>
              <a:gd name="connsiteX5" fmla="*/ 11887199 w 11887199"/>
              <a:gd name="connsiteY5" fmla="*/ 890707 h 3657600"/>
              <a:gd name="connsiteX6" fmla="*/ 11887199 w 11887199"/>
              <a:gd name="connsiteY6" fmla="*/ 3308302 h 3657600"/>
              <a:gd name="connsiteX7" fmla="*/ 11608343 w 11887199"/>
              <a:gd name="connsiteY7" fmla="*/ 3650505 h 3657600"/>
              <a:gd name="connsiteX8" fmla="*/ 11537959 w 11887199"/>
              <a:gd name="connsiteY8" fmla="*/ 3657600 h 3657600"/>
              <a:gd name="connsiteX9" fmla="*/ 349240 w 11887199"/>
              <a:gd name="connsiteY9" fmla="*/ 3657600 h 3657600"/>
              <a:gd name="connsiteX10" fmla="*/ 278864 w 11887199"/>
              <a:gd name="connsiteY10" fmla="*/ 3650505 h 3657600"/>
              <a:gd name="connsiteX11" fmla="*/ 0 w 11887199"/>
              <a:gd name="connsiteY11" fmla="*/ 3308302 h 3657600"/>
              <a:gd name="connsiteX12" fmla="*/ 0 w 11887199"/>
              <a:gd name="connsiteY12" fmla="*/ 349300 h 3657600"/>
              <a:gd name="connsiteX13" fmla="*/ 349250 w 11887199"/>
              <a:gd name="connsiteY13" fmla="*/ 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887199" h="3657600">
                <a:moveTo>
                  <a:pt x="349250" y="0"/>
                </a:moveTo>
                <a:lnTo>
                  <a:pt x="5672932" y="0"/>
                </a:lnTo>
                <a:cubicBezTo>
                  <a:pt x="5822416" y="0"/>
                  <a:pt x="5943600" y="121198"/>
                  <a:pt x="5943600" y="270704"/>
                </a:cubicBezTo>
                <a:cubicBezTo>
                  <a:pt x="5943600" y="420210"/>
                  <a:pt x="6064783" y="541408"/>
                  <a:pt x="6214268" y="541408"/>
                </a:cubicBezTo>
                <a:lnTo>
                  <a:pt x="11537949" y="541408"/>
                </a:lnTo>
                <a:cubicBezTo>
                  <a:pt x="11730862" y="541408"/>
                  <a:pt x="11887199" y="697793"/>
                  <a:pt x="11887199" y="890707"/>
                </a:cubicBezTo>
                <a:lnTo>
                  <a:pt x="11887199" y="3308302"/>
                </a:lnTo>
                <a:cubicBezTo>
                  <a:pt x="11887199" y="3477103"/>
                  <a:pt x="11767503" y="3617934"/>
                  <a:pt x="11608343" y="3650505"/>
                </a:cubicBezTo>
                <a:lnTo>
                  <a:pt x="11537959" y="3657600"/>
                </a:lnTo>
                <a:lnTo>
                  <a:pt x="349240" y="3657600"/>
                </a:lnTo>
                <a:lnTo>
                  <a:pt x="278864" y="3650505"/>
                </a:lnTo>
                <a:cubicBezTo>
                  <a:pt x="119716" y="3617934"/>
                  <a:pt x="0" y="3477103"/>
                  <a:pt x="0" y="3308302"/>
                </a:cubicBezTo>
                <a:lnTo>
                  <a:pt x="0" y="349300"/>
                </a:lnTo>
                <a:cubicBezTo>
                  <a:pt x="0" y="156387"/>
                  <a:pt x="156364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F5C25ADA-14EB-6461-E2F0-23804E9719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82939" y="4345530"/>
            <a:ext cx="7728061" cy="182667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b="0" dirty="0"/>
            </a:lvl2pPr>
            <a:lvl3pPr marL="457200" indent="0">
              <a:buNone/>
              <a:defRPr lang="en-US" b="0" dirty="0"/>
            </a:lvl3pPr>
            <a:lvl4pPr marL="685800" indent="0">
              <a:buNone/>
              <a:defRPr lang="en-US" b="0" dirty="0"/>
            </a:lvl4pPr>
            <a:lvl5pPr marL="914400" indent="0">
              <a:buNone/>
              <a:defRPr lang="en-US" b="0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Rodapé 10">
            <a:extLst>
              <a:ext uri="{FF2B5EF4-FFF2-40B4-BE49-F238E27FC236}">
                <a16:creationId xmlns:a16="http://schemas.microsoft.com/office/drawing/2014/main" id="{D1447E62-D723-1AD3-FCE7-8C1C684F1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0176" y="152400"/>
            <a:ext cx="3200400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45E8C42D-01F2-2431-12B7-49150F0EB1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1099" y="152400"/>
            <a:ext cx="1800171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25/11/2025</a:t>
            </a:r>
          </a:p>
        </p:txBody>
      </p:sp>
      <p:sp>
        <p:nvSpPr>
          <p:cNvPr id="9" name="Espaço Reservado para o Número do Slide 11">
            <a:extLst>
              <a:ext uri="{FF2B5EF4-FFF2-40B4-BE49-F238E27FC236}">
                <a16:creationId xmlns:a16="http://schemas.microsoft.com/office/drawing/2014/main" id="{2640E1DF-A13A-6148-B46F-FE494C764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1793" y="152400"/>
            <a:ext cx="429207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5680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D47B94B1-4C38-393F-A72D-C7C641B0A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5800"/>
            <a:ext cx="2971800" cy="1826669"/>
          </a:xfrm>
        </p:spPr>
        <p:txBody>
          <a:bodyPr rtlCol="0" anchor="t">
            <a:normAutofit/>
          </a:bodyPr>
          <a:lstStyle>
            <a:lvl1pPr>
              <a:defRPr sz="30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3" name="Espaço Reservado para Conteúdo 7">
            <a:extLst>
              <a:ext uri="{FF2B5EF4-FFF2-40B4-BE49-F238E27FC236}">
                <a16:creationId xmlns:a16="http://schemas.microsoft.com/office/drawing/2014/main" id="{545D6F5E-CDF1-973E-993B-489A3F29246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82939" y="685799"/>
            <a:ext cx="7728061" cy="182667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b="0" dirty="0"/>
            </a:lvl2pPr>
            <a:lvl3pPr marL="457200" indent="0">
              <a:buNone/>
              <a:defRPr lang="en-US" b="0" dirty="0"/>
            </a:lvl3pPr>
            <a:lvl4pPr marL="685800" indent="0">
              <a:buNone/>
              <a:defRPr lang="en-US" b="0" dirty="0"/>
            </a:lvl4pPr>
            <a:lvl5pPr marL="914400" indent="0">
              <a:buNone/>
              <a:defRPr lang="en-US" b="0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DB02DF14-5E7A-A865-A415-188A8F69716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2401" y="3054854"/>
            <a:ext cx="11887199" cy="3657600"/>
          </a:xfrm>
          <a:custGeom>
            <a:avLst/>
            <a:gdLst>
              <a:gd name="connsiteX0" fmla="*/ 349240 w 11887199"/>
              <a:gd name="connsiteY0" fmla="*/ 0 h 3657600"/>
              <a:gd name="connsiteX1" fmla="*/ 11537959 w 11887199"/>
              <a:gd name="connsiteY1" fmla="*/ 0 h 3657600"/>
              <a:gd name="connsiteX2" fmla="*/ 11608343 w 11887199"/>
              <a:gd name="connsiteY2" fmla="*/ 7096 h 3657600"/>
              <a:gd name="connsiteX3" fmla="*/ 11887199 w 11887199"/>
              <a:gd name="connsiteY3" fmla="*/ 349299 h 3657600"/>
              <a:gd name="connsiteX4" fmla="*/ 11887199 w 11887199"/>
              <a:gd name="connsiteY4" fmla="*/ 2766893 h 3657600"/>
              <a:gd name="connsiteX5" fmla="*/ 11537949 w 11887199"/>
              <a:gd name="connsiteY5" fmla="*/ 3116193 h 3657600"/>
              <a:gd name="connsiteX6" fmla="*/ 6214268 w 11887199"/>
              <a:gd name="connsiteY6" fmla="*/ 3116193 h 3657600"/>
              <a:gd name="connsiteX7" fmla="*/ 5943600 w 11887199"/>
              <a:gd name="connsiteY7" fmla="*/ 3386896 h 3657600"/>
              <a:gd name="connsiteX8" fmla="*/ 5672932 w 11887199"/>
              <a:gd name="connsiteY8" fmla="*/ 3657600 h 3657600"/>
              <a:gd name="connsiteX9" fmla="*/ 349250 w 11887199"/>
              <a:gd name="connsiteY9" fmla="*/ 3657600 h 3657600"/>
              <a:gd name="connsiteX10" fmla="*/ 0 w 11887199"/>
              <a:gd name="connsiteY10" fmla="*/ 3308301 h 3657600"/>
              <a:gd name="connsiteX11" fmla="*/ 0 w 11887199"/>
              <a:gd name="connsiteY11" fmla="*/ 349299 h 3657600"/>
              <a:gd name="connsiteX12" fmla="*/ 278864 w 11887199"/>
              <a:gd name="connsiteY12" fmla="*/ 7096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87199" h="3657600">
                <a:moveTo>
                  <a:pt x="349240" y="0"/>
                </a:moveTo>
                <a:lnTo>
                  <a:pt x="11537959" y="0"/>
                </a:lnTo>
                <a:lnTo>
                  <a:pt x="11608343" y="7096"/>
                </a:lnTo>
                <a:cubicBezTo>
                  <a:pt x="11767503" y="39666"/>
                  <a:pt x="11887199" y="180498"/>
                  <a:pt x="11887199" y="349299"/>
                </a:cubicBezTo>
                <a:lnTo>
                  <a:pt x="11887199" y="2766893"/>
                </a:lnTo>
                <a:cubicBezTo>
                  <a:pt x="11887199" y="2959808"/>
                  <a:pt x="11730862" y="3116193"/>
                  <a:pt x="11537949" y="3116193"/>
                </a:cubicBezTo>
                <a:lnTo>
                  <a:pt x="6214268" y="3116193"/>
                </a:lnTo>
                <a:cubicBezTo>
                  <a:pt x="6064783" y="3116193"/>
                  <a:pt x="5943600" y="3237391"/>
                  <a:pt x="5943600" y="3386896"/>
                </a:cubicBezTo>
                <a:cubicBezTo>
                  <a:pt x="5943600" y="3536402"/>
                  <a:pt x="5822416" y="3657600"/>
                  <a:pt x="5672932" y="3657600"/>
                </a:cubicBezTo>
                <a:lnTo>
                  <a:pt x="349250" y="3657600"/>
                </a:lnTo>
                <a:cubicBezTo>
                  <a:pt x="156364" y="3657600"/>
                  <a:pt x="0" y="3501213"/>
                  <a:pt x="0" y="3308301"/>
                </a:cubicBezTo>
                <a:lnTo>
                  <a:pt x="0" y="349299"/>
                </a:lnTo>
                <a:cubicBezTo>
                  <a:pt x="0" y="180498"/>
                  <a:pt x="119716" y="39666"/>
                  <a:pt x="278864" y="7096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6" name="Espaço Reservado para Rodapé 10">
            <a:extLst>
              <a:ext uri="{FF2B5EF4-FFF2-40B4-BE49-F238E27FC236}">
                <a16:creationId xmlns:a16="http://schemas.microsoft.com/office/drawing/2014/main" id="{5B89C830-D686-4689-2593-4D5E5A4B0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0176" y="6340475"/>
            <a:ext cx="3200400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7" name="Espaço Reservado para Data 5">
            <a:extLst>
              <a:ext uri="{FF2B5EF4-FFF2-40B4-BE49-F238E27FC236}">
                <a16:creationId xmlns:a16="http://schemas.microsoft.com/office/drawing/2014/main" id="{883CE0EE-3E85-AAD1-D853-82A253F49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1099" y="6340475"/>
            <a:ext cx="1800171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25/11/2025</a:t>
            </a:r>
          </a:p>
        </p:txBody>
      </p:sp>
      <p:sp>
        <p:nvSpPr>
          <p:cNvPr id="8" name="Espaço Reservado para o Número do Slide 11">
            <a:extLst>
              <a:ext uri="{FF2B5EF4-FFF2-40B4-BE49-F238E27FC236}">
                <a16:creationId xmlns:a16="http://schemas.microsoft.com/office/drawing/2014/main" id="{D8AE04DF-032A-5A39-9A01-03B5A0337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1793" y="6340475"/>
            <a:ext cx="429207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92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247" y="685800"/>
            <a:ext cx="6397627" cy="1142663"/>
          </a:xfrm>
          <a:prstGeom prst="rect">
            <a:avLst/>
          </a:prstGeo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928F18B1-D300-366A-498B-4EC8E39E104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2400" y="158229"/>
            <a:ext cx="4114800" cy="6541541"/>
          </a:xfrm>
          <a:custGeom>
            <a:avLst/>
            <a:gdLst>
              <a:gd name="connsiteX0" fmla="*/ 2057660 w 4114800"/>
              <a:gd name="connsiteY0" fmla="*/ 0 h 6541541"/>
              <a:gd name="connsiteX1" fmla="*/ 3765550 w 4114800"/>
              <a:gd name="connsiteY1" fmla="*/ 0 h 6541541"/>
              <a:gd name="connsiteX2" fmla="*/ 4114800 w 4114800"/>
              <a:gd name="connsiteY2" fmla="*/ 348912 h 6541541"/>
              <a:gd name="connsiteX3" fmla="*/ 4114800 w 4114800"/>
              <a:gd name="connsiteY3" fmla="*/ 6196917 h 6541541"/>
              <a:gd name="connsiteX4" fmla="*/ 3835937 w 4114800"/>
              <a:gd name="connsiteY4" fmla="*/ 6538758 h 6541541"/>
              <a:gd name="connsiteX5" fmla="*/ 3808308 w 4114800"/>
              <a:gd name="connsiteY5" fmla="*/ 6541541 h 6541541"/>
              <a:gd name="connsiteX6" fmla="*/ 2286457 w 4114800"/>
              <a:gd name="connsiteY6" fmla="*/ 6541541 h 6541541"/>
              <a:gd name="connsiteX7" fmla="*/ 2210336 w 4114800"/>
              <a:gd name="connsiteY7" fmla="*/ 6526184 h 6541541"/>
              <a:gd name="connsiteX8" fmla="*/ 2057400 w 4114800"/>
              <a:gd name="connsiteY8" fmla="*/ 6295666 h 6541541"/>
              <a:gd name="connsiteX9" fmla="*/ 1806994 w 4114800"/>
              <a:gd name="connsiteY9" fmla="*/ 6045508 h 6541541"/>
              <a:gd name="connsiteX10" fmla="*/ 349250 w 4114800"/>
              <a:gd name="connsiteY10" fmla="*/ 6045508 h 6541541"/>
              <a:gd name="connsiteX11" fmla="*/ 0 w 4114800"/>
              <a:gd name="connsiteY11" fmla="*/ 5696597 h 6541541"/>
              <a:gd name="connsiteX12" fmla="*/ 0 w 4114800"/>
              <a:gd name="connsiteY12" fmla="*/ 349425 h 6541541"/>
              <a:gd name="connsiteX13" fmla="*/ 349250 w 4114800"/>
              <a:gd name="connsiteY13" fmla="*/ 514 h 6541541"/>
              <a:gd name="connsiteX14" fmla="*/ 2057140 w 4114800"/>
              <a:gd name="connsiteY14" fmla="*/ 514 h 6541541"/>
              <a:gd name="connsiteX15" fmla="*/ 2057400 w 4114800"/>
              <a:gd name="connsiteY15" fmla="*/ 257 h 6541541"/>
              <a:gd name="connsiteX16" fmla="*/ 2057660 w 4114800"/>
              <a:gd name="connsiteY16" fmla="*/ 0 h 6541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114800" h="6541541">
                <a:moveTo>
                  <a:pt x="2057660" y="0"/>
                </a:moveTo>
                <a:lnTo>
                  <a:pt x="3765550" y="0"/>
                </a:lnTo>
                <a:cubicBezTo>
                  <a:pt x="3958438" y="0"/>
                  <a:pt x="4114800" y="156213"/>
                  <a:pt x="4114800" y="348912"/>
                </a:cubicBezTo>
                <a:lnTo>
                  <a:pt x="4114800" y="6196917"/>
                </a:lnTo>
                <a:cubicBezTo>
                  <a:pt x="4114800" y="6365514"/>
                  <a:pt x="3995085" y="6506217"/>
                  <a:pt x="3835937" y="6538758"/>
                </a:cubicBezTo>
                <a:lnTo>
                  <a:pt x="3808308" y="6541541"/>
                </a:lnTo>
                <a:lnTo>
                  <a:pt x="2286457" y="6541541"/>
                </a:lnTo>
                <a:lnTo>
                  <a:pt x="2210336" y="6526184"/>
                </a:lnTo>
                <a:cubicBezTo>
                  <a:pt x="2120461" y="6488200"/>
                  <a:pt x="2057400" y="6399278"/>
                  <a:pt x="2057400" y="6295666"/>
                </a:cubicBezTo>
                <a:cubicBezTo>
                  <a:pt x="2057400" y="6157509"/>
                  <a:pt x="1945291" y="6045508"/>
                  <a:pt x="1806994" y="6045508"/>
                </a:cubicBezTo>
                <a:lnTo>
                  <a:pt x="349250" y="6045508"/>
                </a:lnTo>
                <a:cubicBezTo>
                  <a:pt x="156364" y="6045508"/>
                  <a:pt x="0" y="5889291"/>
                  <a:pt x="0" y="5696597"/>
                </a:cubicBezTo>
                <a:lnTo>
                  <a:pt x="0" y="349425"/>
                </a:lnTo>
                <a:cubicBezTo>
                  <a:pt x="0" y="156727"/>
                  <a:pt x="156364" y="514"/>
                  <a:pt x="349250" y="514"/>
                </a:cubicBezTo>
                <a:lnTo>
                  <a:pt x="2057140" y="514"/>
                </a:lnTo>
                <a:cubicBezTo>
                  <a:pt x="2057286" y="514"/>
                  <a:pt x="2057400" y="399"/>
                  <a:pt x="2057400" y="257"/>
                </a:cubicBezTo>
                <a:cubicBezTo>
                  <a:pt x="2057400" y="115"/>
                  <a:pt x="2057514" y="0"/>
                  <a:pt x="205766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5" name="Espaço Reservado para Conteúdo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13248" y="1975104"/>
            <a:ext cx="6397752" cy="4197095"/>
          </a:xfrm>
        </p:spPr>
        <p:txBody>
          <a:bodyPr rtlCol="0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0" name="Espaço Reservado para Rodapé 19">
            <a:extLst>
              <a:ext uri="{FF2B5EF4-FFF2-40B4-BE49-F238E27FC236}">
                <a16:creationId xmlns:a16="http://schemas.microsoft.com/office/drawing/2014/main" id="{A609F3E3-1112-85CA-D49A-1AFA4D2EE9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2400" y="6347057"/>
            <a:ext cx="1828800" cy="365125"/>
          </a:xfrm>
        </p:spPr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19" name="Espaço Reservado para Data 18">
            <a:extLst>
              <a:ext uri="{FF2B5EF4-FFF2-40B4-BE49-F238E27FC236}">
                <a16:creationId xmlns:a16="http://schemas.microsoft.com/office/drawing/2014/main" id="{C59FF3C9-456C-3AAB-471D-B5041A7C8F5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21" name="Espaço Reservado para o Número do Slide 20">
            <a:extLst>
              <a:ext uri="{FF2B5EF4-FFF2-40B4-BE49-F238E27FC236}">
                <a16:creationId xmlns:a16="http://schemas.microsoft.com/office/drawing/2014/main" id="{6FAE64D4-18BA-2404-B462-D1802671329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034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35D6DDB8-5811-6664-8989-B01BF0EE5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5800"/>
            <a:ext cx="6397627" cy="1142663"/>
          </a:xfrm>
          <a:prstGeom prst="rect">
            <a:avLst/>
          </a:prstGeo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4" name="Espaço Reservado para Conteúdo 7">
            <a:extLst>
              <a:ext uri="{FF2B5EF4-FFF2-40B4-BE49-F238E27FC236}">
                <a16:creationId xmlns:a16="http://schemas.microsoft.com/office/drawing/2014/main" id="{C7F23778-AA2D-3DAA-BAE5-8115D1C1448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1" y="1975104"/>
            <a:ext cx="6397752" cy="4197095"/>
          </a:xfrm>
        </p:spPr>
        <p:txBody>
          <a:bodyPr rtlCol="0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8CC844A9-5FCD-4F36-D819-777BAF06E7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06061" y="156076"/>
            <a:ext cx="4114800" cy="6545847"/>
          </a:xfrm>
          <a:custGeom>
            <a:avLst/>
            <a:gdLst>
              <a:gd name="connsiteX0" fmla="*/ 349250 w 4114800"/>
              <a:gd name="connsiteY0" fmla="*/ 0 h 6545847"/>
              <a:gd name="connsiteX1" fmla="*/ 2057140 w 4114800"/>
              <a:gd name="connsiteY1" fmla="*/ 0 h 6545847"/>
              <a:gd name="connsiteX2" fmla="*/ 2057400 w 4114800"/>
              <a:gd name="connsiteY2" fmla="*/ 257 h 6545847"/>
              <a:gd name="connsiteX3" fmla="*/ 2057660 w 4114800"/>
              <a:gd name="connsiteY3" fmla="*/ 514 h 6545847"/>
              <a:gd name="connsiteX4" fmla="*/ 3765550 w 4114800"/>
              <a:gd name="connsiteY4" fmla="*/ 514 h 6545847"/>
              <a:gd name="connsiteX5" fmla="*/ 4114800 w 4114800"/>
              <a:gd name="connsiteY5" fmla="*/ 349425 h 6545847"/>
              <a:gd name="connsiteX6" fmla="*/ 4114800 w 4114800"/>
              <a:gd name="connsiteY6" fmla="*/ 5696597 h 6545847"/>
              <a:gd name="connsiteX7" fmla="*/ 3765550 w 4114800"/>
              <a:gd name="connsiteY7" fmla="*/ 6045508 h 6545847"/>
              <a:gd name="connsiteX8" fmla="*/ 2307806 w 4114800"/>
              <a:gd name="connsiteY8" fmla="*/ 6045508 h 6545847"/>
              <a:gd name="connsiteX9" fmla="*/ 2057400 w 4114800"/>
              <a:gd name="connsiteY9" fmla="*/ 6295666 h 6545847"/>
              <a:gd name="connsiteX10" fmla="*/ 1904464 w 4114800"/>
              <a:gd name="connsiteY10" fmla="*/ 6526185 h 6545847"/>
              <a:gd name="connsiteX11" fmla="*/ 1806999 w 4114800"/>
              <a:gd name="connsiteY11" fmla="*/ 6545847 h 6545847"/>
              <a:gd name="connsiteX12" fmla="*/ 349241 w 4114800"/>
              <a:gd name="connsiteY12" fmla="*/ 6545847 h 6545847"/>
              <a:gd name="connsiteX13" fmla="*/ 278864 w 4114800"/>
              <a:gd name="connsiteY13" fmla="*/ 6538758 h 6545847"/>
              <a:gd name="connsiteX14" fmla="*/ 0 w 4114800"/>
              <a:gd name="connsiteY14" fmla="*/ 6196917 h 6545847"/>
              <a:gd name="connsiteX15" fmla="*/ 0 w 4114800"/>
              <a:gd name="connsiteY15" fmla="*/ 348912 h 6545847"/>
              <a:gd name="connsiteX16" fmla="*/ 349250 w 4114800"/>
              <a:gd name="connsiteY16" fmla="*/ 0 h 654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114800" h="6545847">
                <a:moveTo>
                  <a:pt x="349250" y="0"/>
                </a:moveTo>
                <a:lnTo>
                  <a:pt x="2057140" y="0"/>
                </a:lnTo>
                <a:cubicBezTo>
                  <a:pt x="2057286" y="0"/>
                  <a:pt x="2057400" y="115"/>
                  <a:pt x="2057400" y="257"/>
                </a:cubicBezTo>
                <a:cubicBezTo>
                  <a:pt x="2057400" y="399"/>
                  <a:pt x="2057514" y="514"/>
                  <a:pt x="2057660" y="514"/>
                </a:cubicBezTo>
                <a:lnTo>
                  <a:pt x="3765550" y="514"/>
                </a:lnTo>
                <a:cubicBezTo>
                  <a:pt x="3958436" y="514"/>
                  <a:pt x="4114800" y="156727"/>
                  <a:pt x="4114800" y="349425"/>
                </a:cubicBezTo>
                <a:lnTo>
                  <a:pt x="4114800" y="5696597"/>
                </a:lnTo>
                <a:cubicBezTo>
                  <a:pt x="4114800" y="5889291"/>
                  <a:pt x="3958436" y="6045508"/>
                  <a:pt x="3765550" y="6045508"/>
                </a:cubicBezTo>
                <a:lnTo>
                  <a:pt x="2307806" y="6045508"/>
                </a:lnTo>
                <a:cubicBezTo>
                  <a:pt x="2169509" y="6045508"/>
                  <a:pt x="2057400" y="6157509"/>
                  <a:pt x="2057400" y="6295666"/>
                </a:cubicBezTo>
                <a:cubicBezTo>
                  <a:pt x="2057400" y="6399278"/>
                  <a:pt x="1994339" y="6488199"/>
                  <a:pt x="1904464" y="6526185"/>
                </a:cubicBezTo>
                <a:lnTo>
                  <a:pt x="1806999" y="6545847"/>
                </a:lnTo>
                <a:lnTo>
                  <a:pt x="349241" y="6545847"/>
                </a:lnTo>
                <a:lnTo>
                  <a:pt x="278864" y="6538758"/>
                </a:lnTo>
                <a:cubicBezTo>
                  <a:pt x="119715" y="6506217"/>
                  <a:pt x="0" y="6365514"/>
                  <a:pt x="0" y="6196917"/>
                </a:cubicBezTo>
                <a:lnTo>
                  <a:pt x="0" y="348912"/>
                </a:lnTo>
                <a:cubicBezTo>
                  <a:pt x="0" y="156213"/>
                  <a:pt x="156362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710852DD-B54D-34C7-9E72-7622C228F7E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ACE6582F-8DCF-A2BA-CA1C-F79F735B62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210800" y="6340475"/>
            <a:ext cx="1342971" cy="365125"/>
          </a:xfrm>
        </p:spPr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12" name="Espaço Reservado para o Número do Slide 11">
            <a:extLst>
              <a:ext uri="{FF2B5EF4-FFF2-40B4-BE49-F238E27FC236}">
                <a16:creationId xmlns:a16="http://schemas.microsoft.com/office/drawing/2014/main" id="{B9BD7D67-F60C-B0D5-3BA0-673AE28E15F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8094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id="{E17E539D-41A4-764A-4DF7-3869DAB25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5800"/>
            <a:ext cx="11429999" cy="903162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7D0891CB-CD39-7CF0-8E4B-D8C55C76F3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1000" y="1829865"/>
            <a:ext cx="5486400" cy="4337060"/>
          </a:xfrm>
          <a:custGeom>
            <a:avLst/>
            <a:gdLst>
              <a:gd name="connsiteX0" fmla="*/ 349250 w 5486400"/>
              <a:gd name="connsiteY0" fmla="*/ 0 h 4337060"/>
              <a:gd name="connsiteX1" fmla="*/ 5137150 w 5486400"/>
              <a:gd name="connsiteY1" fmla="*/ 0 h 4337060"/>
              <a:gd name="connsiteX2" fmla="*/ 5486400 w 5486400"/>
              <a:gd name="connsiteY2" fmla="*/ 348740 h 4337060"/>
              <a:gd name="connsiteX3" fmla="*/ 5486400 w 5486400"/>
              <a:gd name="connsiteY3" fmla="*/ 3988320 h 4337060"/>
              <a:gd name="connsiteX4" fmla="*/ 5137150 w 5486400"/>
              <a:gd name="connsiteY4" fmla="*/ 4337060 h 4337060"/>
              <a:gd name="connsiteX5" fmla="*/ 349250 w 5486400"/>
              <a:gd name="connsiteY5" fmla="*/ 4337060 h 4337060"/>
              <a:gd name="connsiteX6" fmla="*/ 0 w 5486400"/>
              <a:gd name="connsiteY6" fmla="*/ 3988320 h 4337060"/>
              <a:gd name="connsiteX7" fmla="*/ 0 w 5486400"/>
              <a:gd name="connsiteY7" fmla="*/ 348740 h 4337060"/>
              <a:gd name="connsiteX8" fmla="*/ 349250 w 5486400"/>
              <a:gd name="connsiteY8" fmla="*/ 0 h 433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86400" h="4337060">
                <a:moveTo>
                  <a:pt x="349250" y="0"/>
                </a:moveTo>
                <a:lnTo>
                  <a:pt x="5137150" y="0"/>
                </a:lnTo>
                <a:cubicBezTo>
                  <a:pt x="5330038" y="0"/>
                  <a:pt x="5486400" y="156136"/>
                  <a:pt x="5486400" y="348740"/>
                </a:cubicBezTo>
                <a:lnTo>
                  <a:pt x="5486400" y="3988320"/>
                </a:lnTo>
                <a:cubicBezTo>
                  <a:pt x="5486400" y="4180925"/>
                  <a:pt x="5330038" y="4337060"/>
                  <a:pt x="5137150" y="4337060"/>
                </a:cubicBezTo>
                <a:lnTo>
                  <a:pt x="349250" y="4337060"/>
                </a:lnTo>
                <a:cubicBezTo>
                  <a:pt x="156364" y="4337060"/>
                  <a:pt x="0" y="4180925"/>
                  <a:pt x="0" y="3988320"/>
                </a:cubicBezTo>
                <a:lnTo>
                  <a:pt x="0" y="348740"/>
                </a:lnTo>
                <a:cubicBezTo>
                  <a:pt x="0" y="156136"/>
                  <a:pt x="156364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2" name="Espaço Reservado para Conteúdo 7">
            <a:extLst>
              <a:ext uri="{FF2B5EF4-FFF2-40B4-BE49-F238E27FC236}">
                <a16:creationId xmlns:a16="http://schemas.microsoft.com/office/drawing/2014/main" id="{4ECA27BB-D0F8-2A5A-E8E3-F36153E9A08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10400" y="1828800"/>
            <a:ext cx="4800600" cy="4343399"/>
          </a:xfrm>
        </p:spPr>
        <p:txBody>
          <a:bodyPr rtlCol="0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1" name="Espaço Reservado para Rodapé 20">
            <a:extLst>
              <a:ext uri="{FF2B5EF4-FFF2-40B4-BE49-F238E27FC236}">
                <a16:creationId xmlns:a16="http://schemas.microsoft.com/office/drawing/2014/main" id="{4E0ADA83-DE1E-DC24-E36B-98CC058AF41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20" name="Espaço Reservado para Data 19">
            <a:extLst>
              <a:ext uri="{FF2B5EF4-FFF2-40B4-BE49-F238E27FC236}">
                <a16:creationId xmlns:a16="http://schemas.microsoft.com/office/drawing/2014/main" id="{D5E3AAA1-460F-8482-6ADF-65CE2214C38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22" name="Espaço Reservado para o Número do Slide 21">
            <a:extLst>
              <a:ext uri="{FF2B5EF4-FFF2-40B4-BE49-F238E27FC236}">
                <a16:creationId xmlns:a16="http://schemas.microsoft.com/office/drawing/2014/main" id="{2426F5E3-3198-CD22-65DC-349FF7BA35F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590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EE22DB0-7762-81D2-A14F-8B60FD58F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685800"/>
            <a:ext cx="11423900" cy="903162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Conteúdo 7">
            <a:extLst>
              <a:ext uri="{FF2B5EF4-FFF2-40B4-BE49-F238E27FC236}">
                <a16:creationId xmlns:a16="http://schemas.microsoft.com/office/drawing/2014/main" id="{60D5937C-CA57-3862-2FCF-C4FC1366F4B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828800"/>
            <a:ext cx="3886200" cy="4343399"/>
          </a:xfrm>
        </p:spPr>
        <p:txBody>
          <a:bodyPr rtlCol="0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22D281A9-5EBB-EB40-69FF-2C02AF0BF3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10200" y="1831970"/>
            <a:ext cx="6400800" cy="4337059"/>
          </a:xfrm>
          <a:custGeom>
            <a:avLst/>
            <a:gdLst>
              <a:gd name="connsiteX0" fmla="*/ 349250 w 6400800"/>
              <a:gd name="connsiteY0" fmla="*/ 0 h 4337059"/>
              <a:gd name="connsiteX1" fmla="*/ 6051550 w 6400800"/>
              <a:gd name="connsiteY1" fmla="*/ 0 h 4337059"/>
              <a:gd name="connsiteX2" fmla="*/ 6400800 w 6400800"/>
              <a:gd name="connsiteY2" fmla="*/ 348740 h 4337059"/>
              <a:gd name="connsiteX3" fmla="*/ 6400800 w 6400800"/>
              <a:gd name="connsiteY3" fmla="*/ 3988319 h 4337059"/>
              <a:gd name="connsiteX4" fmla="*/ 6051550 w 6400800"/>
              <a:gd name="connsiteY4" fmla="*/ 4337059 h 4337059"/>
              <a:gd name="connsiteX5" fmla="*/ 349250 w 6400800"/>
              <a:gd name="connsiteY5" fmla="*/ 4337059 h 4337059"/>
              <a:gd name="connsiteX6" fmla="*/ 0 w 6400800"/>
              <a:gd name="connsiteY6" fmla="*/ 3988319 h 4337059"/>
              <a:gd name="connsiteX7" fmla="*/ 0 w 6400800"/>
              <a:gd name="connsiteY7" fmla="*/ 348740 h 4337059"/>
              <a:gd name="connsiteX8" fmla="*/ 349250 w 6400800"/>
              <a:gd name="connsiteY8" fmla="*/ 0 h 4337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00800" h="4337059">
                <a:moveTo>
                  <a:pt x="349250" y="0"/>
                </a:moveTo>
                <a:lnTo>
                  <a:pt x="6051550" y="0"/>
                </a:lnTo>
                <a:cubicBezTo>
                  <a:pt x="6244438" y="0"/>
                  <a:pt x="6400800" y="156136"/>
                  <a:pt x="6400800" y="348740"/>
                </a:cubicBezTo>
                <a:lnTo>
                  <a:pt x="6400800" y="3988319"/>
                </a:lnTo>
                <a:cubicBezTo>
                  <a:pt x="6400800" y="4180925"/>
                  <a:pt x="6244438" y="4337059"/>
                  <a:pt x="6051550" y="4337059"/>
                </a:cubicBezTo>
                <a:lnTo>
                  <a:pt x="349250" y="4337059"/>
                </a:lnTo>
                <a:cubicBezTo>
                  <a:pt x="156364" y="4337059"/>
                  <a:pt x="0" y="4180925"/>
                  <a:pt x="0" y="3988319"/>
                </a:cubicBezTo>
                <a:lnTo>
                  <a:pt x="0" y="348740"/>
                </a:lnTo>
                <a:cubicBezTo>
                  <a:pt x="0" y="156136"/>
                  <a:pt x="156364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17" name="Espaço Reservado para Rodapé 16">
            <a:extLst>
              <a:ext uri="{FF2B5EF4-FFF2-40B4-BE49-F238E27FC236}">
                <a16:creationId xmlns:a16="http://schemas.microsoft.com/office/drawing/2014/main" id="{3DD0AF09-ED67-31D2-F311-9190CDEC29B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16" name="Espaço Reservado para Data 15">
            <a:extLst>
              <a:ext uri="{FF2B5EF4-FFF2-40B4-BE49-F238E27FC236}">
                <a16:creationId xmlns:a16="http://schemas.microsoft.com/office/drawing/2014/main" id="{21377DD6-5462-66F7-A829-133D33C0B93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18" name="Espaço Reservado para o Número do Slide 17">
            <a:extLst>
              <a:ext uri="{FF2B5EF4-FFF2-40B4-BE49-F238E27FC236}">
                <a16:creationId xmlns:a16="http://schemas.microsoft.com/office/drawing/2014/main" id="{F11DD33E-851E-3928-D48D-DACBE36AABE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9889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3FBD57C-3F77-67B8-C202-5C1CF2E93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5800"/>
            <a:ext cx="11430000" cy="903162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Conteúdo 7">
            <a:extLst>
              <a:ext uri="{FF2B5EF4-FFF2-40B4-BE49-F238E27FC236}">
                <a16:creationId xmlns:a16="http://schemas.microsoft.com/office/drawing/2014/main" id="{0EB57046-E963-50F3-40A6-9F507864EDA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828800"/>
            <a:ext cx="4800600" cy="4343399"/>
          </a:xfrm>
        </p:spPr>
        <p:txBody>
          <a:bodyPr rtlCol="0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A3E366D-68C4-CD6B-3D8C-CDF1FD79000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24600" y="1829865"/>
            <a:ext cx="5486400" cy="4337060"/>
          </a:xfrm>
          <a:custGeom>
            <a:avLst/>
            <a:gdLst>
              <a:gd name="connsiteX0" fmla="*/ 349250 w 5486400"/>
              <a:gd name="connsiteY0" fmla="*/ 0 h 4337060"/>
              <a:gd name="connsiteX1" fmla="*/ 5137150 w 5486400"/>
              <a:gd name="connsiteY1" fmla="*/ 0 h 4337060"/>
              <a:gd name="connsiteX2" fmla="*/ 5486400 w 5486400"/>
              <a:gd name="connsiteY2" fmla="*/ 348740 h 4337060"/>
              <a:gd name="connsiteX3" fmla="*/ 5486400 w 5486400"/>
              <a:gd name="connsiteY3" fmla="*/ 3988320 h 4337060"/>
              <a:gd name="connsiteX4" fmla="*/ 5137150 w 5486400"/>
              <a:gd name="connsiteY4" fmla="*/ 4337060 h 4337060"/>
              <a:gd name="connsiteX5" fmla="*/ 349250 w 5486400"/>
              <a:gd name="connsiteY5" fmla="*/ 4337060 h 4337060"/>
              <a:gd name="connsiteX6" fmla="*/ 0 w 5486400"/>
              <a:gd name="connsiteY6" fmla="*/ 3988320 h 4337060"/>
              <a:gd name="connsiteX7" fmla="*/ 0 w 5486400"/>
              <a:gd name="connsiteY7" fmla="*/ 348740 h 4337060"/>
              <a:gd name="connsiteX8" fmla="*/ 349250 w 5486400"/>
              <a:gd name="connsiteY8" fmla="*/ 0 h 433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86400" h="4337060">
                <a:moveTo>
                  <a:pt x="349250" y="0"/>
                </a:moveTo>
                <a:lnTo>
                  <a:pt x="5137150" y="0"/>
                </a:lnTo>
                <a:cubicBezTo>
                  <a:pt x="5330038" y="0"/>
                  <a:pt x="5486400" y="156136"/>
                  <a:pt x="5486400" y="348740"/>
                </a:cubicBezTo>
                <a:lnTo>
                  <a:pt x="5486400" y="3988320"/>
                </a:lnTo>
                <a:cubicBezTo>
                  <a:pt x="5486400" y="4180925"/>
                  <a:pt x="5330038" y="4337060"/>
                  <a:pt x="5137150" y="4337060"/>
                </a:cubicBezTo>
                <a:lnTo>
                  <a:pt x="349250" y="4337060"/>
                </a:lnTo>
                <a:cubicBezTo>
                  <a:pt x="156364" y="4337060"/>
                  <a:pt x="0" y="4180925"/>
                  <a:pt x="0" y="3988320"/>
                </a:cubicBezTo>
                <a:lnTo>
                  <a:pt x="0" y="348740"/>
                </a:lnTo>
                <a:cubicBezTo>
                  <a:pt x="0" y="156136"/>
                  <a:pt x="156364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12" name="Espaço Reservado para Rodapé 11">
            <a:extLst>
              <a:ext uri="{FF2B5EF4-FFF2-40B4-BE49-F238E27FC236}">
                <a16:creationId xmlns:a16="http://schemas.microsoft.com/office/drawing/2014/main" id="{FA3168BB-AC02-FC23-04AB-910062295BB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10" name="Espaço Reservado para Data 9">
            <a:extLst>
              <a:ext uri="{FF2B5EF4-FFF2-40B4-BE49-F238E27FC236}">
                <a16:creationId xmlns:a16="http://schemas.microsoft.com/office/drawing/2014/main" id="{2C56068B-9B89-AB64-F0FA-49FF3719763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14" name="Espaço Reservado para o Número do Slide 13">
            <a:extLst>
              <a:ext uri="{FF2B5EF4-FFF2-40B4-BE49-F238E27FC236}">
                <a16:creationId xmlns:a16="http://schemas.microsoft.com/office/drawing/2014/main" id="{9B58EFC6-5EFD-40A4-C04B-5D2E6AA36C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4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1" y="685801"/>
            <a:ext cx="6857999" cy="914400"/>
          </a:xfrm>
          <a:prstGeom prst="rect">
            <a:avLst/>
          </a:prstGeo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0252FBA1-367D-3AEB-02AF-54E0FEFD25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2400" y="159765"/>
            <a:ext cx="3657600" cy="6545835"/>
          </a:xfrm>
          <a:custGeom>
            <a:avLst/>
            <a:gdLst>
              <a:gd name="connsiteX0" fmla="*/ 1829315 w 3657600"/>
              <a:gd name="connsiteY0" fmla="*/ 0 h 6545835"/>
              <a:gd name="connsiteX1" fmla="*/ 3308351 w 3657600"/>
              <a:gd name="connsiteY1" fmla="*/ 0 h 6545835"/>
              <a:gd name="connsiteX2" fmla="*/ 3650506 w 3657600"/>
              <a:gd name="connsiteY2" fmla="*/ 278594 h 6545835"/>
              <a:gd name="connsiteX3" fmla="*/ 3657600 w 3657600"/>
              <a:gd name="connsiteY3" fmla="*/ 348902 h 6545835"/>
              <a:gd name="connsiteX4" fmla="*/ 3657600 w 3657600"/>
              <a:gd name="connsiteY4" fmla="*/ 6196927 h 6545835"/>
              <a:gd name="connsiteX5" fmla="*/ 3650506 w 3657600"/>
              <a:gd name="connsiteY5" fmla="*/ 6267227 h 6545835"/>
              <a:gd name="connsiteX6" fmla="*/ 3378738 w 3657600"/>
              <a:gd name="connsiteY6" fmla="*/ 6538746 h 6545835"/>
              <a:gd name="connsiteX7" fmla="*/ 3308362 w 3657600"/>
              <a:gd name="connsiteY7" fmla="*/ 6545835 h 6545835"/>
              <a:gd name="connsiteX8" fmla="*/ 2078941 w 3657600"/>
              <a:gd name="connsiteY8" fmla="*/ 6545835 h 6545835"/>
              <a:gd name="connsiteX9" fmla="*/ 1981579 w 3657600"/>
              <a:gd name="connsiteY9" fmla="*/ 6526195 h 6545835"/>
              <a:gd name="connsiteX10" fmla="*/ 1828801 w 3657600"/>
              <a:gd name="connsiteY10" fmla="*/ 6295926 h 6545835"/>
              <a:gd name="connsiteX11" fmla="*/ 1578655 w 3657600"/>
              <a:gd name="connsiteY11" fmla="*/ 6046022 h 6545835"/>
              <a:gd name="connsiteX12" fmla="*/ 349250 w 3657600"/>
              <a:gd name="connsiteY12" fmla="*/ 6046022 h 6545835"/>
              <a:gd name="connsiteX13" fmla="*/ 0 w 3657600"/>
              <a:gd name="connsiteY13" fmla="*/ 5697110 h 6545835"/>
              <a:gd name="connsiteX14" fmla="*/ 0 w 3657600"/>
              <a:gd name="connsiteY14" fmla="*/ 349940 h 6545835"/>
              <a:gd name="connsiteX15" fmla="*/ 349250 w 3657600"/>
              <a:gd name="connsiteY15" fmla="*/ 1028 h 6545835"/>
              <a:gd name="connsiteX16" fmla="*/ 1828286 w 3657600"/>
              <a:gd name="connsiteY16" fmla="*/ 1028 h 6545835"/>
              <a:gd name="connsiteX17" fmla="*/ 1828801 w 3657600"/>
              <a:gd name="connsiteY17" fmla="*/ 514 h 6545835"/>
              <a:gd name="connsiteX18" fmla="*/ 1829315 w 3657600"/>
              <a:gd name="connsiteY18" fmla="*/ 0 h 654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657600" h="6545835">
                <a:moveTo>
                  <a:pt x="1829315" y="0"/>
                </a:moveTo>
                <a:lnTo>
                  <a:pt x="3308351" y="0"/>
                </a:lnTo>
                <a:cubicBezTo>
                  <a:pt x="3477128" y="0"/>
                  <a:pt x="3617940" y="119601"/>
                  <a:pt x="3650506" y="278594"/>
                </a:cubicBezTo>
                <a:lnTo>
                  <a:pt x="3657600" y="348902"/>
                </a:lnTo>
                <a:lnTo>
                  <a:pt x="3657600" y="6196927"/>
                </a:lnTo>
                <a:lnTo>
                  <a:pt x="3650506" y="6267227"/>
                </a:lnTo>
                <a:cubicBezTo>
                  <a:pt x="3622592" y="6403496"/>
                  <a:pt x="3515151" y="6510853"/>
                  <a:pt x="3378738" y="6538746"/>
                </a:cubicBezTo>
                <a:lnTo>
                  <a:pt x="3308362" y="6545835"/>
                </a:lnTo>
                <a:lnTo>
                  <a:pt x="2078941" y="6545835"/>
                </a:lnTo>
                <a:lnTo>
                  <a:pt x="1981579" y="6526195"/>
                </a:lnTo>
                <a:cubicBezTo>
                  <a:pt x="1891798" y="6488252"/>
                  <a:pt x="1828801" y="6399429"/>
                  <a:pt x="1828801" y="6295926"/>
                </a:cubicBezTo>
                <a:cubicBezTo>
                  <a:pt x="1828801" y="6157909"/>
                  <a:pt x="1716806" y="6046022"/>
                  <a:pt x="1578655" y="6046022"/>
                </a:cubicBezTo>
                <a:lnTo>
                  <a:pt x="349250" y="6046022"/>
                </a:lnTo>
                <a:cubicBezTo>
                  <a:pt x="156364" y="6046022"/>
                  <a:pt x="0" y="5889805"/>
                  <a:pt x="0" y="5697110"/>
                </a:cubicBezTo>
                <a:lnTo>
                  <a:pt x="0" y="349940"/>
                </a:lnTo>
                <a:cubicBezTo>
                  <a:pt x="0" y="157241"/>
                  <a:pt x="156364" y="1028"/>
                  <a:pt x="349250" y="1028"/>
                </a:cubicBezTo>
                <a:lnTo>
                  <a:pt x="1828286" y="1028"/>
                </a:lnTo>
                <a:cubicBezTo>
                  <a:pt x="1828572" y="1028"/>
                  <a:pt x="1828801" y="798"/>
                  <a:pt x="1828801" y="514"/>
                </a:cubicBezTo>
                <a:cubicBezTo>
                  <a:pt x="1828801" y="230"/>
                  <a:pt x="1829029" y="0"/>
                  <a:pt x="18293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7" name="Espaço Reservado para Conteúdo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53000" y="1760954"/>
            <a:ext cx="6858000" cy="4411245"/>
          </a:xfrm>
        </p:spPr>
        <p:txBody>
          <a:bodyPr rtlCol="0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CE554734-17E5-A778-C85A-403D4085323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2400" y="6347057"/>
            <a:ext cx="1600200" cy="365125"/>
          </a:xfrm>
        </p:spPr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5BC33B0E-C66A-052A-1E5D-E52A78CEE49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397DD097-90E0-2A9F-AAFE-460FC67E9A1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821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257EC580-88DE-56DE-5258-9F16851E9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685801"/>
            <a:ext cx="6857999" cy="914400"/>
          </a:xfrm>
          <a:prstGeom prst="rect">
            <a:avLst/>
          </a:prstGeo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4" name="Espaço Reservado para Conteúdo 7">
            <a:extLst>
              <a:ext uri="{FF2B5EF4-FFF2-40B4-BE49-F238E27FC236}">
                <a16:creationId xmlns:a16="http://schemas.microsoft.com/office/drawing/2014/main" id="{C0C3FF79-59DB-9A09-BAE9-314BF322E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760954"/>
            <a:ext cx="6858000" cy="4411245"/>
          </a:xfrm>
        </p:spPr>
        <p:txBody>
          <a:bodyPr rtlCol="0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93964543-7DAC-0CE9-CE60-91786FE7415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82000" y="152400"/>
            <a:ext cx="3657600" cy="6545835"/>
          </a:xfrm>
          <a:custGeom>
            <a:avLst/>
            <a:gdLst>
              <a:gd name="connsiteX0" fmla="*/ 349250 w 3657600"/>
              <a:gd name="connsiteY0" fmla="*/ 0 h 6545835"/>
              <a:gd name="connsiteX1" fmla="*/ 1828286 w 3657600"/>
              <a:gd name="connsiteY1" fmla="*/ 0 h 6545835"/>
              <a:gd name="connsiteX2" fmla="*/ 1828800 w 3657600"/>
              <a:gd name="connsiteY2" fmla="*/ 514 h 6545835"/>
              <a:gd name="connsiteX3" fmla="*/ 1829315 w 3657600"/>
              <a:gd name="connsiteY3" fmla="*/ 1028 h 6545835"/>
              <a:gd name="connsiteX4" fmla="*/ 3308351 w 3657600"/>
              <a:gd name="connsiteY4" fmla="*/ 1028 h 6545835"/>
              <a:gd name="connsiteX5" fmla="*/ 3650505 w 3657600"/>
              <a:gd name="connsiteY5" fmla="*/ 279622 h 6545835"/>
              <a:gd name="connsiteX6" fmla="*/ 3657600 w 3657600"/>
              <a:gd name="connsiteY6" fmla="*/ 349930 h 6545835"/>
              <a:gd name="connsiteX7" fmla="*/ 3657600 w 3657600"/>
              <a:gd name="connsiteY7" fmla="*/ 5697120 h 6545835"/>
              <a:gd name="connsiteX8" fmla="*/ 3650505 w 3657600"/>
              <a:gd name="connsiteY8" fmla="*/ 5767427 h 6545835"/>
              <a:gd name="connsiteX9" fmla="*/ 3308351 w 3657600"/>
              <a:gd name="connsiteY9" fmla="*/ 6046022 h 6545835"/>
              <a:gd name="connsiteX10" fmla="*/ 2078946 w 3657600"/>
              <a:gd name="connsiteY10" fmla="*/ 6046022 h 6545835"/>
              <a:gd name="connsiteX11" fmla="*/ 1828800 w 3657600"/>
              <a:gd name="connsiteY11" fmla="*/ 6295926 h 6545835"/>
              <a:gd name="connsiteX12" fmla="*/ 1676022 w 3657600"/>
              <a:gd name="connsiteY12" fmla="*/ 6526195 h 6545835"/>
              <a:gd name="connsiteX13" fmla="*/ 1578660 w 3657600"/>
              <a:gd name="connsiteY13" fmla="*/ 6545835 h 6545835"/>
              <a:gd name="connsiteX14" fmla="*/ 349241 w 3657600"/>
              <a:gd name="connsiteY14" fmla="*/ 6545835 h 6545835"/>
              <a:gd name="connsiteX15" fmla="*/ 278864 w 3657600"/>
              <a:gd name="connsiteY15" fmla="*/ 6538746 h 6545835"/>
              <a:gd name="connsiteX16" fmla="*/ 0 w 3657600"/>
              <a:gd name="connsiteY16" fmla="*/ 6196917 h 6545835"/>
              <a:gd name="connsiteX17" fmla="*/ 0 w 3657600"/>
              <a:gd name="connsiteY17" fmla="*/ 348912 h 6545835"/>
              <a:gd name="connsiteX18" fmla="*/ 349250 w 3657600"/>
              <a:gd name="connsiteY18" fmla="*/ 0 h 654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657600" h="6545835">
                <a:moveTo>
                  <a:pt x="349250" y="0"/>
                </a:moveTo>
                <a:lnTo>
                  <a:pt x="1828286" y="0"/>
                </a:lnTo>
                <a:cubicBezTo>
                  <a:pt x="1828572" y="0"/>
                  <a:pt x="1828800" y="230"/>
                  <a:pt x="1828800" y="514"/>
                </a:cubicBezTo>
                <a:cubicBezTo>
                  <a:pt x="1828800" y="798"/>
                  <a:pt x="1829029" y="1028"/>
                  <a:pt x="1829315" y="1028"/>
                </a:cubicBezTo>
                <a:lnTo>
                  <a:pt x="3308351" y="1028"/>
                </a:lnTo>
                <a:cubicBezTo>
                  <a:pt x="3477126" y="1028"/>
                  <a:pt x="3617939" y="120629"/>
                  <a:pt x="3650505" y="279622"/>
                </a:cubicBezTo>
                <a:lnTo>
                  <a:pt x="3657600" y="349930"/>
                </a:lnTo>
                <a:lnTo>
                  <a:pt x="3657600" y="5697120"/>
                </a:lnTo>
                <a:lnTo>
                  <a:pt x="3650505" y="5767427"/>
                </a:lnTo>
                <a:cubicBezTo>
                  <a:pt x="3617939" y="5926419"/>
                  <a:pt x="3477126" y="6046022"/>
                  <a:pt x="3308351" y="6046022"/>
                </a:cubicBezTo>
                <a:lnTo>
                  <a:pt x="2078946" y="6046022"/>
                </a:lnTo>
                <a:cubicBezTo>
                  <a:pt x="1940795" y="6046022"/>
                  <a:pt x="1828800" y="6157909"/>
                  <a:pt x="1828800" y="6295926"/>
                </a:cubicBezTo>
                <a:cubicBezTo>
                  <a:pt x="1828800" y="6399429"/>
                  <a:pt x="1765803" y="6488252"/>
                  <a:pt x="1676022" y="6526195"/>
                </a:cubicBezTo>
                <a:lnTo>
                  <a:pt x="1578660" y="6545835"/>
                </a:lnTo>
                <a:lnTo>
                  <a:pt x="349241" y="6545835"/>
                </a:lnTo>
                <a:lnTo>
                  <a:pt x="278864" y="6538746"/>
                </a:lnTo>
                <a:cubicBezTo>
                  <a:pt x="119715" y="6506205"/>
                  <a:pt x="0" y="6365503"/>
                  <a:pt x="0" y="6196917"/>
                </a:cubicBezTo>
                <a:lnTo>
                  <a:pt x="0" y="348912"/>
                </a:lnTo>
                <a:cubicBezTo>
                  <a:pt x="0" y="156213"/>
                  <a:pt x="156362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12" name="Espaço Reservado para Rodapé 11">
            <a:extLst>
              <a:ext uri="{FF2B5EF4-FFF2-40B4-BE49-F238E27FC236}">
                <a16:creationId xmlns:a16="http://schemas.microsoft.com/office/drawing/2014/main" id="{0200DA31-8001-338B-5371-3A7494E8D47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11" name="Espaço Reservado para Data 10">
            <a:extLst>
              <a:ext uri="{FF2B5EF4-FFF2-40B4-BE49-F238E27FC236}">
                <a16:creationId xmlns:a16="http://schemas.microsoft.com/office/drawing/2014/main" id="{261ED7C0-4B00-0749-E13A-727478511638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819829" y="6340475"/>
            <a:ext cx="1800171" cy="365125"/>
          </a:xfrm>
        </p:spPr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13" name="Espaço Reservado para o Número do Slide 12">
            <a:extLst>
              <a:ext uri="{FF2B5EF4-FFF2-40B4-BE49-F238E27FC236}">
                <a16:creationId xmlns:a16="http://schemas.microsoft.com/office/drawing/2014/main" id="{C084553E-C102-DA3B-F180-DD397211326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733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19746344-2F7D-4A55-E6DD-6BBEF41A7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709099"/>
            <a:ext cx="4572000" cy="134830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C45C96D9-D192-32BB-6CEF-7F4A787A92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7926" y="2590800"/>
            <a:ext cx="4578206" cy="3560521"/>
          </a:xfrm>
          <a:custGeom>
            <a:avLst/>
            <a:gdLst>
              <a:gd name="connsiteX0" fmla="*/ 345466 w 4114800"/>
              <a:gd name="connsiteY0" fmla="*/ 0 h 3200125"/>
              <a:gd name="connsiteX1" fmla="*/ 3769335 w 4114800"/>
              <a:gd name="connsiteY1" fmla="*/ 0 h 3200125"/>
              <a:gd name="connsiteX2" fmla="*/ 3835937 w 4114800"/>
              <a:gd name="connsiteY2" fmla="*/ 6705 h 3200125"/>
              <a:gd name="connsiteX3" fmla="*/ 4114800 w 4114800"/>
              <a:gd name="connsiteY3" fmla="*/ 348409 h 3200125"/>
              <a:gd name="connsiteX4" fmla="*/ 4114800 w 4114800"/>
              <a:gd name="connsiteY4" fmla="*/ 2851335 h 3200125"/>
              <a:gd name="connsiteX5" fmla="*/ 3765550 w 4114800"/>
              <a:gd name="connsiteY5" fmla="*/ 3200125 h 3200125"/>
              <a:gd name="connsiteX6" fmla="*/ 349250 w 4114800"/>
              <a:gd name="connsiteY6" fmla="*/ 3200125 h 3200125"/>
              <a:gd name="connsiteX7" fmla="*/ 0 w 4114800"/>
              <a:gd name="connsiteY7" fmla="*/ 2851335 h 3200125"/>
              <a:gd name="connsiteX8" fmla="*/ 0 w 4114800"/>
              <a:gd name="connsiteY8" fmla="*/ 348409 h 3200125"/>
              <a:gd name="connsiteX9" fmla="*/ 278864 w 4114800"/>
              <a:gd name="connsiteY9" fmla="*/ 6705 h 320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14800" h="3200125">
                <a:moveTo>
                  <a:pt x="345466" y="0"/>
                </a:moveTo>
                <a:lnTo>
                  <a:pt x="3769335" y="0"/>
                </a:lnTo>
                <a:lnTo>
                  <a:pt x="3835937" y="6705"/>
                </a:lnTo>
                <a:cubicBezTo>
                  <a:pt x="3995086" y="39229"/>
                  <a:pt x="4114800" y="179857"/>
                  <a:pt x="4114800" y="348409"/>
                </a:cubicBezTo>
                <a:lnTo>
                  <a:pt x="4114800" y="2851335"/>
                </a:lnTo>
                <a:cubicBezTo>
                  <a:pt x="4114800" y="3043969"/>
                  <a:pt x="3958438" y="3200125"/>
                  <a:pt x="3765550" y="3200125"/>
                </a:cubicBezTo>
                <a:lnTo>
                  <a:pt x="349250" y="3200125"/>
                </a:lnTo>
                <a:cubicBezTo>
                  <a:pt x="156364" y="3200125"/>
                  <a:pt x="0" y="3043969"/>
                  <a:pt x="0" y="2851335"/>
                </a:cubicBezTo>
                <a:lnTo>
                  <a:pt x="0" y="348409"/>
                </a:lnTo>
                <a:cubicBezTo>
                  <a:pt x="0" y="179857"/>
                  <a:pt x="119716" y="39229"/>
                  <a:pt x="278864" y="670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38800" y="706803"/>
            <a:ext cx="6172200" cy="5465398"/>
          </a:xfrm>
        </p:spPr>
        <p:txBody>
          <a:bodyPr rtlCol="0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4" name="Espaço Reservado para Rodapé 13">
            <a:extLst>
              <a:ext uri="{FF2B5EF4-FFF2-40B4-BE49-F238E27FC236}">
                <a16:creationId xmlns:a16="http://schemas.microsoft.com/office/drawing/2014/main" id="{38C66154-743D-C7F5-97C4-2FAB2B6A1D3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pt-br"/>
              <a:t>Modelo de Texto do Rodapé</a:t>
            </a:r>
          </a:p>
        </p:txBody>
      </p:sp>
      <p:sp>
        <p:nvSpPr>
          <p:cNvPr id="13" name="Espaço Reservado para Data 12">
            <a:extLst>
              <a:ext uri="{FF2B5EF4-FFF2-40B4-BE49-F238E27FC236}">
                <a16:creationId xmlns:a16="http://schemas.microsoft.com/office/drawing/2014/main" id="{AA3F3A86-D339-7100-3E81-E5798445D50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15" name="Espaço Reservado para o Número do Slide 14">
            <a:extLst>
              <a:ext uri="{FF2B5EF4-FFF2-40B4-BE49-F238E27FC236}">
                <a16:creationId xmlns:a16="http://schemas.microsoft.com/office/drawing/2014/main" id="{FEDCFD90-149A-5BBC-51D0-89BB36B9E8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28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709098"/>
            <a:ext cx="4114800" cy="1805502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6" name="Espaço Reservado para Imagem 15">
            <a:extLst>
              <a:ext uri="{FF2B5EF4-FFF2-40B4-BE49-F238E27FC236}">
                <a16:creationId xmlns:a16="http://schemas.microsoft.com/office/drawing/2014/main" id="{EA2CA930-2485-A4DF-F377-8218AE4BB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1001" y="3090060"/>
            <a:ext cx="4114800" cy="3078972"/>
          </a:xfrm>
          <a:custGeom>
            <a:avLst/>
            <a:gdLst>
              <a:gd name="connsiteX0" fmla="*/ 349250 w 3657600"/>
              <a:gd name="connsiteY0" fmla="*/ 0 h 2736864"/>
              <a:gd name="connsiteX1" fmla="*/ 3308350 w 3657600"/>
              <a:gd name="connsiteY1" fmla="*/ 0 h 2736864"/>
              <a:gd name="connsiteX2" fmla="*/ 3657600 w 3657600"/>
              <a:gd name="connsiteY2" fmla="*/ 348444 h 2736864"/>
              <a:gd name="connsiteX3" fmla="*/ 3657600 w 3657600"/>
              <a:gd name="connsiteY3" fmla="*/ 2388421 h 2736864"/>
              <a:gd name="connsiteX4" fmla="*/ 3308350 w 3657600"/>
              <a:gd name="connsiteY4" fmla="*/ 2736864 h 2736864"/>
              <a:gd name="connsiteX5" fmla="*/ 349250 w 3657600"/>
              <a:gd name="connsiteY5" fmla="*/ 2736864 h 2736864"/>
              <a:gd name="connsiteX6" fmla="*/ 0 w 3657600"/>
              <a:gd name="connsiteY6" fmla="*/ 2388421 h 2736864"/>
              <a:gd name="connsiteX7" fmla="*/ 0 w 3657600"/>
              <a:gd name="connsiteY7" fmla="*/ 348444 h 2736864"/>
              <a:gd name="connsiteX8" fmla="*/ 349250 w 3657600"/>
              <a:gd name="connsiteY8" fmla="*/ 0 h 273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57600" h="2736864">
                <a:moveTo>
                  <a:pt x="349250" y="0"/>
                </a:moveTo>
                <a:lnTo>
                  <a:pt x="3308350" y="0"/>
                </a:lnTo>
                <a:cubicBezTo>
                  <a:pt x="3501238" y="0"/>
                  <a:pt x="3657600" y="156003"/>
                  <a:pt x="3657600" y="348444"/>
                </a:cubicBezTo>
                <a:lnTo>
                  <a:pt x="3657600" y="2388421"/>
                </a:lnTo>
                <a:cubicBezTo>
                  <a:pt x="3657600" y="2580863"/>
                  <a:pt x="3501238" y="2736864"/>
                  <a:pt x="3308350" y="2736864"/>
                </a:cubicBezTo>
                <a:lnTo>
                  <a:pt x="349250" y="2736864"/>
                </a:lnTo>
                <a:cubicBezTo>
                  <a:pt x="156364" y="2736864"/>
                  <a:pt x="0" y="2580863"/>
                  <a:pt x="0" y="2388421"/>
                </a:cubicBezTo>
                <a:lnTo>
                  <a:pt x="0" y="348444"/>
                </a:lnTo>
                <a:cubicBezTo>
                  <a:pt x="0" y="156003"/>
                  <a:pt x="156364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/>
          <a:p>
            <a:pPr rtl="0"/>
            <a:endParaRPr lang="en-US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709098"/>
            <a:ext cx="6629400" cy="5463102"/>
          </a:xfrm>
        </p:spPr>
        <p:txBody>
          <a:bodyPr rtlCol="0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Rodapé 17">
            <a:extLst>
              <a:ext uri="{FF2B5EF4-FFF2-40B4-BE49-F238E27FC236}">
                <a16:creationId xmlns:a16="http://schemas.microsoft.com/office/drawing/2014/main" id="{FCB87F31-D334-B77F-23ED-BC9392A5A19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pt-br"/>
              <a:t>Exemplo de Texto de Rodapé</a:t>
            </a:r>
          </a:p>
        </p:txBody>
      </p:sp>
      <p:sp>
        <p:nvSpPr>
          <p:cNvPr id="17" name="Espaço Reservado para Data 16">
            <a:extLst>
              <a:ext uri="{FF2B5EF4-FFF2-40B4-BE49-F238E27FC236}">
                <a16:creationId xmlns:a16="http://schemas.microsoft.com/office/drawing/2014/main" id="{CFC38238-FDEF-8175-D965-3AB225B3E4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19" name="Espaço Reservado para o Número do Slide 18">
            <a:extLst>
              <a:ext uri="{FF2B5EF4-FFF2-40B4-BE49-F238E27FC236}">
                <a16:creationId xmlns:a16="http://schemas.microsoft.com/office/drawing/2014/main" id="{1C67D1B5-265C-82B0-F8CD-079589F0A1C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53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 Gra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 descr="Close de uma tela de fundo colorida&#10;&#10;Conteúdo gerado por IA pode estar incorreto.">
            <a:extLst>
              <a:ext uri="{FF2B5EF4-FFF2-40B4-BE49-F238E27FC236}">
                <a16:creationId xmlns:a16="http://schemas.microsoft.com/office/drawing/2014/main" id="{B88F4B1A-8CA8-A34A-4954-AE7A09F852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3469D919-6BEC-1146-C73F-9E159C2CB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5020235"/>
            <a:ext cx="9144001" cy="933304"/>
          </a:xfrm>
        </p:spPr>
        <p:txBody>
          <a:bodyPr rtlCol="0" anchor="t">
            <a:normAutofit/>
          </a:bodyPr>
          <a:lstStyle>
            <a:lvl1pPr algn="ctr">
              <a:lnSpc>
                <a:spcPct val="110000"/>
              </a:lnSpc>
              <a:defRPr sz="2200" b="0" i="0" cap="all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9" name="Espaço Reservado para Conteúdo 6">
            <a:extLst>
              <a:ext uri="{FF2B5EF4-FFF2-40B4-BE49-F238E27FC236}">
                <a16:creationId xmlns:a16="http://schemas.microsoft.com/office/drawing/2014/main" id="{7CDAC417-B61F-30A2-725C-3CF74077D95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1000" y="1219200"/>
            <a:ext cx="11423901" cy="4334435"/>
          </a:xfrm>
        </p:spPr>
        <p:txBody>
          <a:bodyPr rtlCol="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b="0" i="0">
                <a:solidFill>
                  <a:schemeClr val="tx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ABF7456-2994-4EAE-3371-7D91481A994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68108BC-C075-0A9E-0B2B-E7A83353BBC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25/11/2025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127E1D0-2E0F-F464-3005-274CB18AA4E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34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 Grande 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 descr="Close de uma bolha&#10;&#10;Conteúdo gerado por IA pode estar incorreto.">
            <a:extLst>
              <a:ext uri="{FF2B5EF4-FFF2-40B4-BE49-F238E27FC236}">
                <a16:creationId xmlns:a16="http://schemas.microsoft.com/office/drawing/2014/main" id="{B151E50E-DC1D-C22C-0C1F-221AA729DA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áfico 7">
            <a:extLst>
              <a:ext uri="{FF2B5EF4-FFF2-40B4-BE49-F238E27FC236}">
                <a16:creationId xmlns:a16="http://schemas.microsoft.com/office/drawing/2014/main" id="{F65420D2-A6C8-2DFC-2118-B78357CCAA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7CDF9954-8E89-826A-2D28-2C5E18A23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4876800"/>
            <a:ext cx="9144001" cy="933304"/>
          </a:xfrm>
        </p:spPr>
        <p:txBody>
          <a:bodyPr rtlCol="0" anchor="t">
            <a:normAutofit/>
          </a:bodyPr>
          <a:lstStyle>
            <a:lvl1pPr algn="ctr">
              <a:lnSpc>
                <a:spcPct val="110000"/>
              </a:lnSpc>
              <a:defRPr sz="2200" b="0" i="0" cap="all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06FF8955-81FF-5C9E-4367-C787FEB7E9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1000" y="158982"/>
            <a:ext cx="3200400" cy="365125"/>
          </a:xfrm>
        </p:spPr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AE8E656D-8CAF-0BA1-21A3-D813F0C299A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25000" y="152400"/>
            <a:ext cx="1800171" cy="365125"/>
          </a:xfrm>
        </p:spPr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08E1534F-67F4-FC39-959A-B960911FFF2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75694" y="152400"/>
            <a:ext cx="429207" cy="365125"/>
          </a:xfr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10" name="Espaço Reservado para Conteúdo 6">
            <a:extLst>
              <a:ext uri="{FF2B5EF4-FFF2-40B4-BE49-F238E27FC236}">
                <a16:creationId xmlns:a16="http://schemas.microsoft.com/office/drawing/2014/main" id="{C93864AC-1E34-CDBA-AC5E-F572F13532E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1" y="1219200"/>
            <a:ext cx="10972800" cy="4334435"/>
          </a:xfrm>
        </p:spPr>
        <p:txBody>
          <a:bodyPr rtlCol="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28000" b="0" i="0">
                <a:solidFill>
                  <a:schemeClr val="tx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lvl="0" rtl="0"/>
            <a:r>
              <a:rPr lang="pt-br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919335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 Grande 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 descr="Close de uma tela de fundo rosa e azul&#10;&#10;Conteúdo gerado por IA pode estar incorreto.">
            <a:extLst>
              <a:ext uri="{FF2B5EF4-FFF2-40B4-BE49-F238E27FC236}">
                <a16:creationId xmlns:a16="http://schemas.microsoft.com/office/drawing/2014/main" id="{EE26E3E4-C73C-05B3-5F0F-3D152F526F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5"/>
            <a:ext cx="12188952" cy="6856285"/>
          </a:xfrm>
          <a:prstGeom prst="rect">
            <a:avLst/>
          </a:prstGeom>
        </p:spPr>
      </p:pic>
      <p:pic>
        <p:nvPicPr>
          <p:cNvPr id="8" name="Gráfico 7">
            <a:extLst>
              <a:ext uri="{FF2B5EF4-FFF2-40B4-BE49-F238E27FC236}">
                <a16:creationId xmlns:a16="http://schemas.microsoft.com/office/drawing/2014/main" id="{0A565F90-9406-D8D9-2A7A-FB8CA7E978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9733436F-DF03-C037-5141-6E90FCA81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5029201"/>
            <a:ext cx="6858000" cy="1059806"/>
          </a:xfrm>
        </p:spPr>
        <p:txBody>
          <a:bodyPr rtlCol="0" anchor="ctr"/>
          <a:lstStyle>
            <a:lvl1pPr>
              <a:lnSpc>
                <a:spcPct val="110000"/>
              </a:lnSpc>
              <a:defRPr sz="2200">
                <a:latin typeface="+mn-lt"/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3ADBA34-7E08-D5CF-9B8C-ABC3777215B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09600" y="1066800"/>
            <a:ext cx="10972800" cy="4041648"/>
          </a:xfrm>
        </p:spPr>
        <p:txBody>
          <a:bodyPr rtlCol="0" anchor="ctr"/>
          <a:lstStyle>
            <a:lvl1pPr>
              <a:lnSpc>
                <a:spcPct val="90000"/>
              </a:lnSpc>
              <a:defRPr sz="32000">
                <a:latin typeface="+mj-lt"/>
              </a:defRPr>
            </a:lvl1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3231733-5D4C-7A42-4F95-61D85EEAF5F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6416323-93D8-EC57-3DB5-CC2794D1BC3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0ECA7AA-A42C-BDBA-AA41-F842F560A9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32947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 Grande 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Gradiente azul e rosa&#10;&#10;Conteúdo gerado por IA pode estar incorreto.">
            <a:extLst>
              <a:ext uri="{FF2B5EF4-FFF2-40B4-BE49-F238E27FC236}">
                <a16:creationId xmlns:a16="http://schemas.microsoft.com/office/drawing/2014/main" id="{B7C75419-CE9A-C722-14D8-AEB75E4273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Gráfico 7">
            <a:extLst>
              <a:ext uri="{FF2B5EF4-FFF2-40B4-BE49-F238E27FC236}">
                <a16:creationId xmlns:a16="http://schemas.microsoft.com/office/drawing/2014/main" id="{BF766998-B646-F579-CEC0-CC818F8ADF79}"/>
              </a:ext>
            </a:extLst>
          </p:cNvPr>
          <p:cNvSpPr/>
          <p:nvPr/>
        </p:nvSpPr>
        <p:spPr>
          <a:xfrm rot="10800000">
            <a:off x="898" y="0"/>
            <a:ext cx="12185643" cy="6858000"/>
          </a:xfrm>
          <a:custGeom>
            <a:avLst/>
            <a:gdLst>
              <a:gd name="connsiteX0" fmla="*/ 12185643 w 12185643"/>
              <a:gd name="connsiteY0" fmla="*/ 6858000 h 6858000"/>
              <a:gd name="connsiteX1" fmla="*/ 0 w 12185643"/>
              <a:gd name="connsiteY1" fmla="*/ 6858000 h 6858000"/>
              <a:gd name="connsiteX2" fmla="*/ 0 w 12185643"/>
              <a:gd name="connsiteY2" fmla="*/ 0 h 6858000"/>
              <a:gd name="connsiteX3" fmla="*/ 12185643 w 12185643"/>
              <a:gd name="connsiteY3" fmla="*/ 0 h 6858000"/>
              <a:gd name="connsiteX4" fmla="*/ 12185643 w 12185643"/>
              <a:gd name="connsiteY4" fmla="*/ 6858000 h 6858000"/>
              <a:gd name="connsiteX5" fmla="*/ 501389 w 12185643"/>
              <a:gd name="connsiteY5" fmla="*/ 694246 h 6858000"/>
              <a:gd name="connsiteX6" fmla="*/ 152321 w 12185643"/>
              <a:gd name="connsiteY6" fmla="*/ 1043496 h 6858000"/>
              <a:gd name="connsiteX7" fmla="*/ 152321 w 12185643"/>
              <a:gd name="connsiteY7" fmla="*/ 6356350 h 6858000"/>
              <a:gd name="connsiteX8" fmla="*/ 501389 w 12185643"/>
              <a:gd name="connsiteY8" fmla="*/ 6705600 h 6858000"/>
              <a:gd name="connsiteX9" fmla="*/ 11684254 w 12185643"/>
              <a:gd name="connsiteY9" fmla="*/ 6705600 h 6858000"/>
              <a:gd name="connsiteX10" fmla="*/ 12033323 w 12185643"/>
              <a:gd name="connsiteY10" fmla="*/ 6356350 h 6858000"/>
              <a:gd name="connsiteX11" fmla="*/ 12033323 w 12185643"/>
              <a:gd name="connsiteY11" fmla="*/ 1043496 h 6858000"/>
              <a:gd name="connsiteX12" fmla="*/ 11684254 w 12185643"/>
              <a:gd name="connsiteY12" fmla="*/ 694246 h 6858000"/>
              <a:gd name="connsiteX13" fmla="*/ 501389 w 12185643"/>
              <a:gd name="connsiteY13" fmla="*/ 6942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85643" h="6858000">
                <a:moveTo>
                  <a:pt x="12185643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85643" y="0"/>
                </a:lnTo>
                <a:lnTo>
                  <a:pt x="12185643" y="6858000"/>
                </a:lnTo>
                <a:close/>
                <a:moveTo>
                  <a:pt x="501389" y="694246"/>
                </a:moveTo>
                <a:cubicBezTo>
                  <a:pt x="308604" y="694246"/>
                  <a:pt x="152321" y="850608"/>
                  <a:pt x="152321" y="1043496"/>
                </a:cubicBezTo>
                <a:lnTo>
                  <a:pt x="152321" y="6356350"/>
                </a:lnTo>
                <a:cubicBezTo>
                  <a:pt x="152321" y="6549263"/>
                  <a:pt x="308604" y="6705600"/>
                  <a:pt x="501389" y="6705600"/>
                </a:cubicBezTo>
                <a:lnTo>
                  <a:pt x="11684254" y="6705600"/>
                </a:lnTo>
                <a:cubicBezTo>
                  <a:pt x="11877067" y="6705600"/>
                  <a:pt x="12033323" y="6549263"/>
                  <a:pt x="12033323" y="6356350"/>
                </a:cubicBezTo>
                <a:lnTo>
                  <a:pt x="12033323" y="1043496"/>
                </a:lnTo>
                <a:cubicBezTo>
                  <a:pt x="12033323" y="850608"/>
                  <a:pt x="11877067" y="694246"/>
                  <a:pt x="11684254" y="694246"/>
                </a:cubicBezTo>
                <a:lnTo>
                  <a:pt x="501389" y="694246"/>
                </a:lnTo>
                <a:close/>
              </a:path>
            </a:pathLst>
          </a:custGeom>
          <a:solidFill>
            <a:schemeClr val="bg1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E0ABE5B9-4225-A306-2DAC-75E06A7BC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38" y="4730435"/>
            <a:ext cx="8234362" cy="908365"/>
          </a:xfrm>
        </p:spPr>
        <p:txBody>
          <a:bodyPr rtlCol="0">
            <a:normAutofit/>
          </a:bodyPr>
          <a:lstStyle>
            <a:lvl1pPr>
              <a:lnSpc>
                <a:spcPct val="110000"/>
              </a:lnSpc>
              <a:defRPr sz="2400">
                <a:latin typeface="+mn-lt"/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37C34C59-51DE-1A41-1297-289A4EEC961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04838" y="838200"/>
            <a:ext cx="11199812" cy="3657600"/>
          </a:xfrm>
        </p:spPr>
        <p:txBody>
          <a:bodyPr rtlCol="0"/>
          <a:lstStyle>
            <a:lvl1pPr>
              <a:lnSpc>
                <a:spcPct val="90000"/>
              </a:lnSpc>
              <a:defRPr sz="27800">
                <a:latin typeface="+mj-lt"/>
              </a:defRPr>
            </a:lvl1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07D394B-A85B-3F18-7A00-F6903DB9D2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Amostra de Texto de Rodapé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4D33632-66A2-3497-6DB8-C0BAE37B2ED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25/11/2025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3CD18E61-F2C7-CBF8-114B-A1C9051537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569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lara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CEC02AF0-2629-8770-A541-3F1617189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D9950417-35F4-F816-8A7A-09C28E5F6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9" name="Espaço Reservado para Conteúdo 6">
            <a:extLst>
              <a:ext uri="{FF2B5EF4-FFF2-40B4-BE49-F238E27FC236}">
                <a16:creationId xmlns:a16="http://schemas.microsoft.com/office/drawing/2014/main" id="{85FC488E-5BA5-381F-F5F2-7A6D1B22090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1000" y="685800"/>
            <a:ext cx="11430000" cy="5486400"/>
          </a:xfrm>
        </p:spPr>
        <p:txBody>
          <a:bodyPr rtlCol="0"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0">
                <a:solidFill>
                  <a:schemeClr val="tx1"/>
                </a:solidFill>
              </a:defRPr>
            </a:lvl1pPr>
            <a:lvl2pPr marL="228600" indent="0">
              <a:lnSpc>
                <a:spcPct val="90000"/>
              </a:lnSpc>
              <a:buNone/>
              <a:defRPr sz="7200" b="0">
                <a:solidFill>
                  <a:schemeClr val="tx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600" b="0">
                <a:solidFill>
                  <a:schemeClr val="tx1"/>
                </a:solidFill>
              </a:defRPr>
            </a:lvl3pPr>
            <a:lvl4pPr marL="685800" indent="0">
              <a:lnSpc>
                <a:spcPct val="90000"/>
              </a:lnSpc>
              <a:buNone/>
              <a:defRPr sz="6000" b="0">
                <a:solidFill>
                  <a:schemeClr val="tx1"/>
                </a:solidFill>
              </a:defRPr>
            </a:lvl4pPr>
            <a:lvl5pPr marL="914400" indent="0">
              <a:lnSpc>
                <a:spcPct val="90000"/>
              </a:lnSpc>
              <a:buNone/>
              <a:defRPr sz="5400" b="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 para adicionar uma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B6F9AB-D139-2C1F-00CB-9691DC19D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E16E803-3D9A-FF7D-784D-8A8F6C9720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25/11/2025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D8D7C72-3429-AAA8-654F-344ED902B9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965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laração 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 descr="Uma imagem desfocada de uma cor azul e rosa&#10;&#10;Conteúdo gerado por IA pode estar incorreto.">
            <a:extLst>
              <a:ext uri="{FF2B5EF4-FFF2-40B4-BE49-F238E27FC236}">
                <a16:creationId xmlns:a16="http://schemas.microsoft.com/office/drawing/2014/main" id="{CE7B6BE6-8C3C-A057-92EF-B4CC19C0A2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56285"/>
          </a:xfrm>
          <a:prstGeom prst="rect">
            <a:avLst/>
          </a:prstGeom>
        </p:spPr>
      </p:pic>
      <p:pic>
        <p:nvPicPr>
          <p:cNvPr id="12" name="Gráfico 11">
            <a:extLst>
              <a:ext uri="{FF2B5EF4-FFF2-40B4-BE49-F238E27FC236}">
                <a16:creationId xmlns:a16="http://schemas.microsoft.com/office/drawing/2014/main" id="{484A6C87-FE17-4FCA-F34C-3C6963EBAA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DE31E7B3-0420-8F46-6F8C-BEC94246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0" name="Espaço Reservado para Conteúdo 6">
            <a:extLst>
              <a:ext uri="{FF2B5EF4-FFF2-40B4-BE49-F238E27FC236}">
                <a16:creationId xmlns:a16="http://schemas.microsoft.com/office/drawing/2014/main" id="{DF3518DE-0793-421D-B1A4-28B05642866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143000"/>
            <a:ext cx="10055352" cy="4572000"/>
          </a:xfrm>
        </p:spPr>
        <p:txBody>
          <a:bodyPr rtlCol="0" anchor="ctr">
            <a:normAutofit/>
          </a:bodyPr>
          <a:lstStyle>
            <a:lvl1pPr marL="0" indent="0">
              <a:lnSpc>
                <a:spcPct val="90000"/>
              </a:lnSpc>
              <a:buNone/>
              <a:defRPr sz="5500" b="0">
                <a:solidFill>
                  <a:schemeClr val="tx1"/>
                </a:solidFill>
              </a:defRPr>
            </a:lvl1pPr>
            <a:lvl2pPr marL="228600" indent="0">
              <a:lnSpc>
                <a:spcPct val="90000"/>
              </a:lnSpc>
              <a:buNone/>
              <a:defRPr sz="5500" b="0">
                <a:solidFill>
                  <a:schemeClr val="tx1"/>
                </a:solidFill>
              </a:defRPr>
            </a:lvl2pPr>
            <a:lvl3pPr marL="457200" indent="0">
              <a:lnSpc>
                <a:spcPct val="90000"/>
              </a:lnSpc>
              <a:buNone/>
              <a:defRPr sz="5500" b="0">
                <a:solidFill>
                  <a:schemeClr val="tx1"/>
                </a:solidFill>
              </a:defRPr>
            </a:lvl3pPr>
            <a:lvl4pPr marL="685800" indent="0">
              <a:lnSpc>
                <a:spcPct val="90000"/>
              </a:lnSpc>
              <a:buNone/>
              <a:defRPr sz="5500" b="0">
                <a:solidFill>
                  <a:schemeClr val="tx1"/>
                </a:solidFill>
              </a:defRPr>
            </a:lvl4pPr>
            <a:lvl5pPr marL="914400" indent="0">
              <a:lnSpc>
                <a:spcPct val="90000"/>
              </a:lnSpc>
              <a:buNone/>
              <a:defRPr sz="5500" b="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 para adicionar uma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4" name="Espaço Reservado para Rodapé 10">
            <a:extLst>
              <a:ext uri="{FF2B5EF4-FFF2-40B4-BE49-F238E27FC236}">
                <a16:creationId xmlns:a16="http://schemas.microsoft.com/office/drawing/2014/main" id="{DEEE13FA-BDB3-D527-0B3C-C5CF32ACA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310660"/>
            <a:ext cx="3200400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13" name="Espaço Reservado para Data 5">
            <a:extLst>
              <a:ext uri="{FF2B5EF4-FFF2-40B4-BE49-F238E27FC236}">
                <a16:creationId xmlns:a16="http://schemas.microsoft.com/office/drawing/2014/main" id="{9C18FB6C-6208-7E69-D980-6941C96019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31923" y="6310660"/>
            <a:ext cx="1800171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25/11/2025</a:t>
            </a:r>
          </a:p>
        </p:txBody>
      </p:sp>
      <p:sp>
        <p:nvSpPr>
          <p:cNvPr id="15" name="Espaço Reservado para o Número do Slide 11">
            <a:extLst>
              <a:ext uri="{FF2B5EF4-FFF2-40B4-BE49-F238E27FC236}">
                <a16:creationId xmlns:a16="http://schemas.microsoft.com/office/drawing/2014/main" id="{2974FB90-7208-DA12-99DF-FB0A62208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2617" y="6310660"/>
            <a:ext cx="429207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674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laração 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Gradiente azul e rosa&#10;&#10;Conteúdo gerado por IA pode estar incorreto.">
            <a:extLst>
              <a:ext uri="{FF2B5EF4-FFF2-40B4-BE49-F238E27FC236}">
                <a16:creationId xmlns:a16="http://schemas.microsoft.com/office/drawing/2014/main" id="{491DCE33-DB86-6A68-46D1-E4311F4247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Gráfico 6">
            <a:extLst>
              <a:ext uri="{FF2B5EF4-FFF2-40B4-BE49-F238E27FC236}">
                <a16:creationId xmlns:a16="http://schemas.microsoft.com/office/drawing/2014/main" id="{F1693B94-07E5-638F-52DB-3F8E8D06EF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83C00096-4D67-EB4A-EF93-D6958D669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0" name="Espaço Reservado para Conteúdo 7">
            <a:extLst>
              <a:ext uri="{FF2B5EF4-FFF2-40B4-BE49-F238E27FC236}">
                <a16:creationId xmlns:a16="http://schemas.microsoft.com/office/drawing/2014/main" id="{31C17B51-C5D8-9FDA-8C32-6379D51D8EE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" y="1033272"/>
            <a:ext cx="10972800" cy="4782312"/>
          </a:xfrm>
        </p:spPr>
        <p:txBody>
          <a:bodyPr rtlCol="0" anchor="ctr">
            <a:noAutofit/>
          </a:bodyPr>
          <a:lstStyle>
            <a:lvl1pPr marL="0" indent="0">
              <a:lnSpc>
                <a:spcPct val="90000"/>
              </a:lnSpc>
              <a:buNone/>
              <a:defRPr sz="6400" b="0">
                <a:solidFill>
                  <a:schemeClr val="tx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400" b="0">
                <a:solidFill>
                  <a:schemeClr val="tx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400" b="0">
                <a:solidFill>
                  <a:schemeClr val="tx1"/>
                </a:solidFill>
              </a:defRPr>
            </a:lvl3pPr>
            <a:lvl4pPr marL="685800" indent="0">
              <a:lnSpc>
                <a:spcPct val="90000"/>
              </a:lnSpc>
              <a:buNone/>
              <a:defRPr sz="6400" b="0">
                <a:solidFill>
                  <a:schemeClr val="tx1"/>
                </a:solidFill>
              </a:defRPr>
            </a:lvl4pPr>
            <a:lvl5pPr marL="914400" indent="0">
              <a:lnSpc>
                <a:spcPct val="90000"/>
              </a:lnSpc>
              <a:buNone/>
              <a:defRPr sz="6400" b="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 para adicionar uma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2" name="Espaço Reservado para Rodapé 10">
            <a:extLst>
              <a:ext uri="{FF2B5EF4-FFF2-40B4-BE49-F238E27FC236}">
                <a16:creationId xmlns:a16="http://schemas.microsoft.com/office/drawing/2014/main" id="{AA8A51AA-D903-8E6D-7A27-9C5C903CA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0176" y="6310660"/>
            <a:ext cx="3200400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11" name="Espaço Reservado para Data 5">
            <a:extLst>
              <a:ext uri="{FF2B5EF4-FFF2-40B4-BE49-F238E27FC236}">
                <a16:creationId xmlns:a16="http://schemas.microsoft.com/office/drawing/2014/main" id="{0E4B77C0-0757-7A67-1229-339B6B028E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1099" y="6310660"/>
            <a:ext cx="1800171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25/11/2025</a:t>
            </a:r>
          </a:p>
        </p:txBody>
      </p:sp>
      <p:sp>
        <p:nvSpPr>
          <p:cNvPr id="13" name="Espaço Reservado para o Número do Slide 11">
            <a:extLst>
              <a:ext uri="{FF2B5EF4-FFF2-40B4-BE49-F238E27FC236}">
                <a16:creationId xmlns:a16="http://schemas.microsoft.com/office/drawing/2014/main" id="{CE7C30F9-ABE8-80D2-2ACF-54336CEF0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1793" y="6310660"/>
            <a:ext cx="429207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818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laração 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 descr="Close de uma tela de fundo rosa e azul&#10;&#10;Conteúdo gerado por IA pode estar incorreto.">
            <a:extLst>
              <a:ext uri="{FF2B5EF4-FFF2-40B4-BE49-F238E27FC236}">
                <a16:creationId xmlns:a16="http://schemas.microsoft.com/office/drawing/2014/main" id="{A952B0CF-23BF-A911-17B4-65E745DA69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1000" y="685800"/>
            <a:ext cx="9372600" cy="54864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90000"/>
              </a:lnSpc>
              <a:buNone/>
              <a:defRPr lang="en-US" sz="66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90000"/>
              </a:lnSpc>
              <a:buNone/>
              <a:defRPr lang="en-US" sz="66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90000"/>
              </a:lnSpc>
              <a:buNone/>
              <a:defRPr lang="en-US" sz="66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90000"/>
              </a:lnSpc>
              <a:buNone/>
              <a:defRPr lang="en-US" sz="66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90000"/>
              </a:lnSpc>
              <a:buNone/>
              <a:defRPr lang="en-US" sz="6600" b="0" dirty="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 para adicionar uma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C503F50B-48B9-3C55-0C29-C87157D9F96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Exemplo de Texto de Rodapé</a:t>
            </a: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ED5A1179-499E-2F89-CD63-EB8B1F4CAFB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25/11/2025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6C338948-5206-2009-502E-8521B0EB319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96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Uma imagem desfocada de um gradiente azul e rosa&#10;&#10;Conteúdo gerado por IA pode estar incorreto.">
            <a:extLst>
              <a:ext uri="{FF2B5EF4-FFF2-40B4-BE49-F238E27FC236}">
                <a16:creationId xmlns:a16="http://schemas.microsoft.com/office/drawing/2014/main" id="{18F0C9B0-AF1D-9CFD-7855-74E7CE9B3A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74D1B34B-D7BF-2028-43E6-ED370A44C4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4844735"/>
            <a:ext cx="5029200" cy="908365"/>
          </a:xfrm>
        </p:spPr>
        <p:txBody>
          <a:bodyPr rtlCol="0">
            <a:normAutofit/>
          </a:bodyPr>
          <a:lstStyle>
            <a:lvl1pPr>
              <a:lnSpc>
                <a:spcPct val="120000"/>
              </a:lnSpc>
              <a:defRPr sz="2000" cap="all" baseline="0">
                <a:latin typeface="+mn-lt"/>
              </a:defRPr>
            </a:lvl1pPr>
          </a:lstStyle>
          <a:p>
            <a:pPr rtl="0"/>
            <a:r>
              <a:rPr lang="pt-br"/>
              <a:t>Autor da Citação</a:t>
            </a:r>
          </a:p>
        </p:txBody>
      </p:sp>
      <p:sp>
        <p:nvSpPr>
          <p:cNvPr id="5" name="Espaço Reservado para Conteúdo 6">
            <a:extLst>
              <a:ext uri="{FF2B5EF4-FFF2-40B4-BE49-F238E27FC236}">
                <a16:creationId xmlns:a16="http://schemas.microsoft.com/office/drawing/2014/main" id="{1F645DC6-13F2-2059-DFE2-83FA308EE88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6800" y="1600200"/>
            <a:ext cx="9601200" cy="3200400"/>
          </a:xfrm>
        </p:spPr>
        <p:txBody>
          <a:bodyPr rtlCol="0"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>
                <a:solidFill>
                  <a:schemeClr val="tx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lvl="0" rtl="0"/>
            <a:r>
              <a:rPr lang="pt-br"/>
              <a:t>Clique para adicionar uma citação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3D509C4-DABE-4B7F-40EF-4DA2C79086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7F29BF7-2AD1-B9DE-EEC6-83A22292A1C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7A93B82C-1E23-A361-E81B-EC0F4E0B20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540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 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Um close de uma tela de fundo púrpura e rosa&#10;&#10;Conteúdo gerado por IA pode estar incorreto.">
            <a:extLst>
              <a:ext uri="{FF2B5EF4-FFF2-40B4-BE49-F238E27FC236}">
                <a16:creationId xmlns:a16="http://schemas.microsoft.com/office/drawing/2014/main" id="{09A46DC2-ADBE-3172-A0EF-A2567FA9E8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Gráfico 7">
            <a:extLst>
              <a:ext uri="{FF2B5EF4-FFF2-40B4-BE49-F238E27FC236}">
                <a16:creationId xmlns:a16="http://schemas.microsoft.com/office/drawing/2014/main" id="{66A2100B-5C8E-46D9-F837-A55BB181D002}"/>
              </a:ext>
            </a:extLst>
          </p:cNvPr>
          <p:cNvSpPr/>
          <p:nvPr/>
        </p:nvSpPr>
        <p:spPr>
          <a:xfrm>
            <a:off x="2702" y="0"/>
            <a:ext cx="12185680" cy="6858000"/>
          </a:xfrm>
          <a:custGeom>
            <a:avLst/>
            <a:gdLst>
              <a:gd name="connsiteX0" fmla="*/ 12185680 w 12185680"/>
              <a:gd name="connsiteY0" fmla="*/ 6858000 h 6858000"/>
              <a:gd name="connsiteX1" fmla="*/ 0 w 12185680"/>
              <a:gd name="connsiteY1" fmla="*/ 6858000 h 6858000"/>
              <a:gd name="connsiteX2" fmla="*/ 0 w 12185680"/>
              <a:gd name="connsiteY2" fmla="*/ 0 h 6858000"/>
              <a:gd name="connsiteX3" fmla="*/ 12185680 w 12185680"/>
              <a:gd name="connsiteY3" fmla="*/ 0 h 6858000"/>
              <a:gd name="connsiteX4" fmla="*/ 12185680 w 12185680"/>
              <a:gd name="connsiteY4" fmla="*/ 6858000 h 6858000"/>
              <a:gd name="connsiteX5" fmla="*/ 1415314 w 12185680"/>
              <a:gd name="connsiteY5" fmla="*/ 152400 h 6858000"/>
              <a:gd name="connsiteX6" fmla="*/ 1066246 w 12185680"/>
              <a:gd name="connsiteY6" fmla="*/ 501650 h 6858000"/>
              <a:gd name="connsiteX7" fmla="*/ 1066246 w 12185680"/>
              <a:gd name="connsiteY7" fmla="*/ 1716595 h 6858000"/>
              <a:gd name="connsiteX8" fmla="*/ 717178 w 12185680"/>
              <a:gd name="connsiteY8" fmla="*/ 2065845 h 6858000"/>
              <a:gd name="connsiteX9" fmla="*/ 501389 w 12185680"/>
              <a:gd name="connsiteY9" fmla="*/ 2065845 h 6858000"/>
              <a:gd name="connsiteX10" fmla="*/ 152321 w 12185680"/>
              <a:gd name="connsiteY10" fmla="*/ 2415096 h 6858000"/>
              <a:gd name="connsiteX11" fmla="*/ 152321 w 12185680"/>
              <a:gd name="connsiteY11" fmla="*/ 6356350 h 6858000"/>
              <a:gd name="connsiteX12" fmla="*/ 501389 w 12185680"/>
              <a:gd name="connsiteY12" fmla="*/ 6705600 h 6858000"/>
              <a:gd name="connsiteX13" fmla="*/ 6657710 w 12185680"/>
              <a:gd name="connsiteY13" fmla="*/ 6705600 h 6858000"/>
              <a:gd name="connsiteX14" fmla="*/ 7006778 w 12185680"/>
              <a:gd name="connsiteY14" fmla="*/ 6356350 h 6858000"/>
              <a:gd name="connsiteX15" fmla="*/ 7006778 w 12185680"/>
              <a:gd name="connsiteY15" fmla="*/ 5615496 h 6858000"/>
              <a:gd name="connsiteX16" fmla="*/ 7355846 w 12185680"/>
              <a:gd name="connsiteY16" fmla="*/ 5266246 h 6858000"/>
              <a:gd name="connsiteX17" fmla="*/ 11684292 w 12185680"/>
              <a:gd name="connsiteY17" fmla="*/ 5266246 h 6858000"/>
              <a:gd name="connsiteX18" fmla="*/ 12033360 w 12185680"/>
              <a:gd name="connsiteY18" fmla="*/ 4916996 h 6858000"/>
              <a:gd name="connsiteX19" fmla="*/ 12033360 w 12185680"/>
              <a:gd name="connsiteY19" fmla="*/ 1043496 h 6858000"/>
              <a:gd name="connsiteX20" fmla="*/ 11684292 w 12185680"/>
              <a:gd name="connsiteY20" fmla="*/ 694246 h 6858000"/>
              <a:gd name="connsiteX21" fmla="*/ 10476261 w 12185680"/>
              <a:gd name="connsiteY21" fmla="*/ 694246 h 6858000"/>
              <a:gd name="connsiteX22" fmla="*/ 10205575 w 12185680"/>
              <a:gd name="connsiteY22" fmla="*/ 430318 h 6858000"/>
              <a:gd name="connsiteX23" fmla="*/ 10205385 w 12185680"/>
              <a:gd name="connsiteY23" fmla="*/ 416328 h 6858000"/>
              <a:gd name="connsiteX24" fmla="*/ 9934698 w 12185680"/>
              <a:gd name="connsiteY24" fmla="*/ 152400 h 6858000"/>
              <a:gd name="connsiteX25" fmla="*/ 1415314 w 12185680"/>
              <a:gd name="connsiteY25" fmla="*/ 1524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85680" h="6858000">
                <a:moveTo>
                  <a:pt x="1218568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85680" y="0"/>
                </a:lnTo>
                <a:lnTo>
                  <a:pt x="12185680" y="6858000"/>
                </a:lnTo>
                <a:close/>
                <a:moveTo>
                  <a:pt x="1415314" y="152400"/>
                </a:moveTo>
                <a:cubicBezTo>
                  <a:pt x="1222527" y="152400"/>
                  <a:pt x="1066246" y="308764"/>
                  <a:pt x="1066246" y="501650"/>
                </a:cubicBezTo>
                <a:lnTo>
                  <a:pt x="1066246" y="1716595"/>
                </a:lnTo>
                <a:cubicBezTo>
                  <a:pt x="1066246" y="1909483"/>
                  <a:pt x="909959" y="2065845"/>
                  <a:pt x="717178" y="2065845"/>
                </a:cubicBezTo>
                <a:lnTo>
                  <a:pt x="501389" y="2065845"/>
                </a:lnTo>
                <a:cubicBezTo>
                  <a:pt x="308604" y="2065845"/>
                  <a:pt x="152321" y="2222208"/>
                  <a:pt x="152321" y="2415096"/>
                </a:cubicBezTo>
                <a:lnTo>
                  <a:pt x="152321" y="6356350"/>
                </a:lnTo>
                <a:cubicBezTo>
                  <a:pt x="152321" y="6549263"/>
                  <a:pt x="308604" y="6705600"/>
                  <a:pt x="501389" y="6705600"/>
                </a:cubicBezTo>
                <a:lnTo>
                  <a:pt x="6657710" y="6705600"/>
                </a:lnTo>
                <a:cubicBezTo>
                  <a:pt x="6850459" y="6705600"/>
                  <a:pt x="7006778" y="6549263"/>
                  <a:pt x="7006778" y="6356350"/>
                </a:cubicBezTo>
                <a:lnTo>
                  <a:pt x="7006778" y="5615496"/>
                </a:lnTo>
                <a:cubicBezTo>
                  <a:pt x="7006778" y="5422608"/>
                  <a:pt x="7163034" y="5266246"/>
                  <a:pt x="7355846" y="5266246"/>
                </a:cubicBezTo>
                <a:lnTo>
                  <a:pt x="11684292" y="5266246"/>
                </a:lnTo>
                <a:cubicBezTo>
                  <a:pt x="11877041" y="5266246"/>
                  <a:pt x="12033360" y="5109883"/>
                  <a:pt x="12033360" y="4916996"/>
                </a:cubicBezTo>
                <a:lnTo>
                  <a:pt x="12033360" y="1043496"/>
                </a:lnTo>
                <a:cubicBezTo>
                  <a:pt x="12033360" y="850608"/>
                  <a:pt x="11877041" y="694246"/>
                  <a:pt x="11684292" y="694246"/>
                </a:cubicBezTo>
                <a:lnTo>
                  <a:pt x="10476261" y="694246"/>
                </a:lnTo>
                <a:cubicBezTo>
                  <a:pt x="10329082" y="694246"/>
                  <a:pt x="10209256" y="576712"/>
                  <a:pt x="10205575" y="430318"/>
                </a:cubicBezTo>
                <a:lnTo>
                  <a:pt x="10205385" y="416328"/>
                </a:lnTo>
                <a:cubicBezTo>
                  <a:pt x="10201703" y="269934"/>
                  <a:pt x="10081941" y="152400"/>
                  <a:pt x="9934698" y="152400"/>
                </a:cubicBezTo>
                <a:lnTo>
                  <a:pt x="1415314" y="152400"/>
                </a:lnTo>
                <a:close/>
              </a:path>
            </a:pathLst>
          </a:custGeom>
          <a:solidFill>
            <a:schemeClr val="bg1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9A82F1C-EC6C-9A58-5333-DAA0CCC0D9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67600" y="5410201"/>
            <a:ext cx="4343400" cy="1295400"/>
          </a:xfrm>
        </p:spPr>
        <p:txBody>
          <a:bodyPr rtlCol="0" anchor="ctr">
            <a:normAutofit/>
          </a:bodyPr>
          <a:lstStyle>
            <a:lvl1pPr>
              <a:lnSpc>
                <a:spcPct val="120000"/>
              </a:lnSpc>
              <a:defRPr sz="2000" cap="all" baseline="0">
                <a:latin typeface="+mn-lt"/>
              </a:defRPr>
            </a:lvl1pPr>
          </a:lstStyle>
          <a:p>
            <a:pPr rtl="0"/>
            <a:r>
              <a:rPr lang="pt-br"/>
              <a:t>Autor da Citação</a:t>
            </a:r>
          </a:p>
        </p:txBody>
      </p:sp>
      <p:sp>
        <p:nvSpPr>
          <p:cNvPr id="5" name="Espaço Reservado para Conteúdo 6">
            <a:extLst>
              <a:ext uri="{FF2B5EF4-FFF2-40B4-BE49-F238E27FC236}">
                <a16:creationId xmlns:a16="http://schemas.microsoft.com/office/drawing/2014/main" id="{7370BB19-9C3E-4752-84BE-FE86850C4FE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600200"/>
            <a:ext cx="9144000" cy="3200400"/>
          </a:xfrm>
        </p:spPr>
        <p:txBody>
          <a:bodyPr rtlCol="0"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>
                <a:solidFill>
                  <a:schemeClr val="tx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lvl="0" rtl="0"/>
            <a:r>
              <a:rPr lang="pt-br"/>
              <a:t>Clique para adicionar uma Citação</a:t>
            </a:r>
          </a:p>
        </p:txBody>
      </p:sp>
    </p:spTree>
    <p:extLst>
      <p:ext uri="{BB962C8B-B14F-4D97-AF65-F5344CB8AC3E}">
        <p14:creationId xmlns:p14="http://schemas.microsoft.com/office/powerpoint/2010/main" val="990762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 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Close de uma bolha&#10;&#10;Conteúdo gerado por IA pode estar incorreto.">
            <a:extLst>
              <a:ext uri="{FF2B5EF4-FFF2-40B4-BE49-F238E27FC236}">
                <a16:creationId xmlns:a16="http://schemas.microsoft.com/office/drawing/2014/main" id="{084ED489-7A1D-A5F2-BA2C-402A4A6E31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3FB40D68-689C-C890-D6D8-567972DF03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130" y="4876800"/>
            <a:ext cx="5936974" cy="1330779"/>
          </a:xfrm>
        </p:spPr>
        <p:txBody>
          <a:bodyPr rtlCol="0">
            <a:normAutofit/>
          </a:bodyPr>
          <a:lstStyle>
            <a:lvl1pPr>
              <a:lnSpc>
                <a:spcPct val="120000"/>
              </a:lnSpc>
              <a:defRPr sz="2000" cap="all" baseline="0">
                <a:latin typeface="+mn-lt"/>
              </a:defRPr>
            </a:lvl1pPr>
          </a:lstStyle>
          <a:p>
            <a:pPr rtl="0"/>
            <a:r>
              <a:rPr lang="pt-br"/>
              <a:t>Autor da Citação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1000" y="1600200"/>
            <a:ext cx="10972800" cy="3159580"/>
          </a:xfrm>
        </p:spPr>
        <p:txBody>
          <a:bodyPr rtlCol="0"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tx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lvl="0" rtl="0"/>
            <a:r>
              <a:rPr lang="pt-br"/>
              <a:t>Clique para adicionar uma citação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742436F-3E48-5C39-5A18-376A304D141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Amostra de Texto de Rodapé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553C6C-2B4F-F6AA-0CF7-A9ADD74C244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25/11/2025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D6BEDF4-5C68-6DDB-E70C-F6B66866AE7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85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Uma tela de fundo azul e rosa&#10;&#10;Conteúdo gerado por IA pode estar incorreto.">
            <a:extLst>
              <a:ext uri="{FF2B5EF4-FFF2-40B4-BE49-F238E27FC236}">
                <a16:creationId xmlns:a16="http://schemas.microsoft.com/office/drawing/2014/main" id="{83A779BB-AB0F-056F-6486-83143FD5A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600200"/>
            <a:ext cx="10744200" cy="1828800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0937" y="3429000"/>
            <a:ext cx="10747186" cy="2743200"/>
          </a:xfrm>
        </p:spPr>
        <p:txBody>
          <a:bodyPr rtlCol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600">
                <a:solidFill>
                  <a:schemeClr val="tx1"/>
                </a:solidFill>
              </a:defRPr>
            </a:lvl3pPr>
            <a:lvl4pPr marL="685800" indent="0">
              <a:buNone/>
              <a:defRPr sz="1600">
                <a:solidFill>
                  <a:schemeClr val="tx1"/>
                </a:solidFill>
              </a:defRPr>
            </a:lvl4pPr>
            <a:lvl5pPr marL="914400" indent="0"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9D98AA8-7753-5656-7CA8-417FCD62973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Amostra de Texto de Rodapé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E445596-CA02-23EA-82B9-B14918457C9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25/11/2025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513D4CD-5010-564F-B5B4-562B9369749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449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ão 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63180"/>
            <a:ext cx="8226553" cy="1842020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128" y="3657600"/>
            <a:ext cx="8226425" cy="1689620"/>
          </a:xfrm>
        </p:spPr>
        <p:txBody>
          <a:bodyPr rtlCol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400">
                <a:solidFill>
                  <a:schemeClr val="tx1"/>
                </a:solidFill>
              </a:defRPr>
            </a:lvl4pPr>
            <a:lvl5pPr marL="914400" indent="0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720FF9D-2FDC-479B-8067-BE09112767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Amostra de Texto de Rodapé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3513EE-DA6F-493D-D79A-DB63A6DE89A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25/11/2025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787F128B-EBE3-DEDC-3074-059B36D56FC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27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7AADE5D-9EBB-FD2B-6B9B-CB2C00AAE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91835"/>
            <a:ext cx="11430000" cy="9083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81000" y="1825625"/>
            <a:ext cx="5257800" cy="4340540"/>
          </a:xfrm>
        </p:spPr>
        <p:txBody>
          <a:bodyPr rtlCol="0"/>
          <a:lstStyle>
            <a:lvl1pPr>
              <a:defRPr b="0" i="0">
                <a:latin typeface="+mn-lt"/>
              </a:defRPr>
            </a:lvl1pPr>
            <a:lvl2pPr>
              <a:defRPr b="0">
                <a:latin typeface="+mn-lt"/>
              </a:defRPr>
            </a:lvl2pPr>
            <a:lvl3pPr>
              <a:defRPr b="0">
                <a:latin typeface="+mn-lt"/>
              </a:defRPr>
            </a:lvl3pPr>
            <a:lvl4pPr>
              <a:defRPr b="0">
                <a:latin typeface="+mn-lt"/>
              </a:defRPr>
            </a:lvl4pPr>
            <a:lvl5pPr>
              <a:defRPr b="0">
                <a:latin typeface="+mn-lt"/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825625"/>
            <a:ext cx="5257800" cy="4340540"/>
          </a:xfrm>
        </p:spPr>
        <p:txBody>
          <a:bodyPr rtlCol="0"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529E1D-85A3-AFE0-0936-A45EA8FEC50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3D344AB-8B83-76F2-09B9-2D606269ECC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BE82BE9-2D98-AA2B-044A-3F2246C6403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1282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3AD6F4F-390B-6FF8-9E31-3FB02C46F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691835"/>
            <a:ext cx="11423901" cy="9083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9" y="1685735"/>
            <a:ext cx="5257801" cy="559834"/>
          </a:xfrm>
        </p:spPr>
        <p:txBody>
          <a:bodyPr rtlCol="0" anchor="ctr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80999" y="2331103"/>
            <a:ext cx="5257801" cy="3835061"/>
          </a:xfrm>
        </p:spPr>
        <p:txBody>
          <a:bodyPr rtlCol="0"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3202" y="1685735"/>
            <a:ext cx="5251698" cy="559834"/>
          </a:xfrm>
        </p:spPr>
        <p:txBody>
          <a:bodyPr rtlCol="0" anchor="ctr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2" y="2331103"/>
            <a:ext cx="5251698" cy="3835061"/>
          </a:xfrm>
        </p:spPr>
        <p:txBody>
          <a:bodyPr rtlCol="0"/>
          <a:lstStyle>
            <a:lvl1pPr>
              <a:defRPr b="0" i="0">
                <a:latin typeface="+mn-lt"/>
              </a:defRPr>
            </a:lvl1pPr>
            <a:lvl2pPr>
              <a:defRPr b="0">
                <a:latin typeface="+mn-lt"/>
              </a:defRPr>
            </a:lvl2pPr>
            <a:lvl3pPr>
              <a:defRPr b="0">
                <a:latin typeface="+mn-lt"/>
              </a:defRPr>
            </a:lvl3pPr>
            <a:lvl4pPr>
              <a:defRPr b="0">
                <a:latin typeface="+mn-lt"/>
              </a:defRPr>
            </a:lvl4pPr>
            <a:lvl5pPr>
              <a:defRPr b="0">
                <a:latin typeface="+mn-lt"/>
              </a:defRPr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3F03A7F-FEC3-F367-DE4A-A57EE3DFBD5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19E03A-C423-F4E4-B5E7-420AAD9003B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473C867C-7E64-405A-197E-407BA7C3D9D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6816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ítulo 1">
            <a:extLst>
              <a:ext uri="{FF2B5EF4-FFF2-40B4-BE49-F238E27FC236}">
                <a16:creationId xmlns:a16="http://schemas.microsoft.com/office/drawing/2014/main" id="{03A9018E-4D2C-5352-B5C2-2A1DC050B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91835"/>
            <a:ext cx="11430000" cy="9083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9A19522-5E48-ACCC-D97B-E414BD049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8C712FE-7A30-4576-5CDD-D89D4B42C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9E1BD9D6-59C6-2EA3-9C8E-897EAAA32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14749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zi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164CBE7-122C-372F-CA47-78DB47D4D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9B557C-A799-7ABC-34D9-85E81AF10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40E2A6A8-952D-B9FE-5DB7-B5C9059B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505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9C13AB9D-812B-280C-98D2-D0786B08D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5800"/>
            <a:ext cx="3886200" cy="1828800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6" name="Espaço Reservado para Texto 3">
            <a:extLst>
              <a:ext uri="{FF2B5EF4-FFF2-40B4-BE49-F238E27FC236}">
                <a16:creationId xmlns:a16="http://schemas.microsoft.com/office/drawing/2014/main" id="{1658B112-43AE-EA1E-F73B-B03C04A4E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4048" y="2737561"/>
            <a:ext cx="3883152" cy="3434639"/>
          </a:xfrm>
        </p:spPr>
        <p:txBody>
          <a:bodyPr rtlCol="0"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685800"/>
            <a:ext cx="6629400" cy="5486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b="0" dirty="0"/>
            </a:lvl1pPr>
            <a:lvl2pPr>
              <a:defRPr lang="en-US" b="0" dirty="0"/>
            </a:lvl2pPr>
            <a:lvl3pPr>
              <a:defRPr lang="en-US" b="0" dirty="0"/>
            </a:lvl3pPr>
            <a:lvl4pPr>
              <a:defRPr lang="en-US" b="0" dirty="0"/>
            </a:lvl4pPr>
            <a:lvl5pPr>
              <a:defRPr lang="en-US" b="0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F577F46-C146-AC84-ACAE-CECFBBCF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 Texto de Rodapé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9F9C08C-EAB9-2A31-7E24-36E761F31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9F0E3958-DD85-BB6B-F676-7404C105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9787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5800"/>
            <a:ext cx="3886200" cy="1828800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0" y="2737562"/>
            <a:ext cx="3886200" cy="3434638"/>
          </a:xfrm>
        </p:spPr>
        <p:txBody>
          <a:bodyPr rtlCol="0"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3" name="Espaço Reservado para Imagem 11">
            <a:extLst>
              <a:ext uri="{FF2B5EF4-FFF2-40B4-BE49-F238E27FC236}">
                <a16:creationId xmlns:a16="http://schemas.microsoft.com/office/drawing/2014/main" id="{AAC09ED5-B2A4-445A-3B8D-18966880373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67745" y="153416"/>
            <a:ext cx="6858000" cy="6552184"/>
          </a:xfrm>
          <a:custGeom>
            <a:avLst/>
            <a:gdLst>
              <a:gd name="connsiteX0" fmla="*/ 349250 w 6858000"/>
              <a:gd name="connsiteY0" fmla="*/ 0 h 6552184"/>
              <a:gd name="connsiteX1" fmla="*/ 6508751 w 6858000"/>
              <a:gd name="connsiteY1" fmla="*/ 0 h 6552184"/>
              <a:gd name="connsiteX2" fmla="*/ 6850905 w 6858000"/>
              <a:gd name="connsiteY2" fmla="*/ 278863 h 6552184"/>
              <a:gd name="connsiteX3" fmla="*/ 6858000 w 6858000"/>
              <a:gd name="connsiteY3" fmla="*/ 349239 h 6552184"/>
              <a:gd name="connsiteX4" fmla="*/ 6858000 w 6858000"/>
              <a:gd name="connsiteY4" fmla="*/ 5701612 h 6552184"/>
              <a:gd name="connsiteX5" fmla="*/ 6850905 w 6858000"/>
              <a:gd name="connsiteY5" fmla="*/ 5771987 h 6552184"/>
              <a:gd name="connsiteX6" fmla="*/ 6508751 w 6858000"/>
              <a:gd name="connsiteY6" fmla="*/ 6050852 h 6552184"/>
              <a:gd name="connsiteX7" fmla="*/ 3679660 w 6858000"/>
              <a:gd name="connsiteY7" fmla="*/ 6050852 h 6552184"/>
              <a:gd name="connsiteX8" fmla="*/ 3429000 w 6858000"/>
              <a:gd name="connsiteY8" fmla="*/ 6301512 h 6552184"/>
              <a:gd name="connsiteX9" fmla="*/ 3178340 w 6858000"/>
              <a:gd name="connsiteY9" fmla="*/ 6552184 h 6552184"/>
              <a:gd name="connsiteX10" fmla="*/ 349250 w 6858000"/>
              <a:gd name="connsiteY10" fmla="*/ 6552184 h 6552184"/>
              <a:gd name="connsiteX11" fmla="*/ 0 w 6858000"/>
              <a:gd name="connsiteY11" fmla="*/ 6202922 h 6552184"/>
              <a:gd name="connsiteX12" fmla="*/ 0 w 6858000"/>
              <a:gd name="connsiteY12" fmla="*/ 349250 h 6552184"/>
              <a:gd name="connsiteX13" fmla="*/ 349250 w 6858000"/>
              <a:gd name="connsiteY13" fmla="*/ 0 h 6552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858000" h="6552184">
                <a:moveTo>
                  <a:pt x="349250" y="0"/>
                </a:moveTo>
                <a:lnTo>
                  <a:pt x="6508751" y="0"/>
                </a:lnTo>
                <a:cubicBezTo>
                  <a:pt x="6677526" y="0"/>
                  <a:pt x="6818339" y="119716"/>
                  <a:pt x="6850905" y="278863"/>
                </a:cubicBezTo>
                <a:lnTo>
                  <a:pt x="6858000" y="349239"/>
                </a:lnTo>
                <a:lnTo>
                  <a:pt x="6858000" y="5701612"/>
                </a:lnTo>
                <a:lnTo>
                  <a:pt x="6850905" y="5771987"/>
                </a:lnTo>
                <a:cubicBezTo>
                  <a:pt x="6818339" y="5931132"/>
                  <a:pt x="6677525" y="6050852"/>
                  <a:pt x="6508751" y="6050852"/>
                </a:cubicBezTo>
                <a:lnTo>
                  <a:pt x="3679660" y="6050852"/>
                </a:lnTo>
                <a:cubicBezTo>
                  <a:pt x="3541224" y="6050852"/>
                  <a:pt x="3429000" y="6163075"/>
                  <a:pt x="3429000" y="6301512"/>
                </a:cubicBezTo>
                <a:cubicBezTo>
                  <a:pt x="3429000" y="6439916"/>
                  <a:pt x="3316777" y="6552184"/>
                  <a:pt x="3178340" y="6552184"/>
                </a:cubicBezTo>
                <a:lnTo>
                  <a:pt x="349250" y="6552184"/>
                </a:lnTo>
                <a:cubicBezTo>
                  <a:pt x="156337" y="6552184"/>
                  <a:pt x="0" y="6395784"/>
                  <a:pt x="0" y="6202922"/>
                </a:cubicBezTo>
                <a:lnTo>
                  <a:pt x="0" y="349250"/>
                </a:lnTo>
                <a:cubicBezTo>
                  <a:pt x="0" y="156364"/>
                  <a:pt x="156337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>
              <a:defRPr/>
            </a:lvl1pPr>
          </a:lstStyle>
          <a:p>
            <a:pPr rtl="0"/>
            <a:r>
              <a:rPr lang="pt-br"/>
              <a:t>   </a:t>
            </a:r>
          </a:p>
        </p:txBody>
      </p:sp>
      <p:sp>
        <p:nvSpPr>
          <p:cNvPr id="14" name="Espaço Reservado para Rodapé 13">
            <a:extLst>
              <a:ext uri="{FF2B5EF4-FFF2-40B4-BE49-F238E27FC236}">
                <a16:creationId xmlns:a16="http://schemas.microsoft.com/office/drawing/2014/main" id="{1653829D-48DF-80C8-EFD1-8AE8D0250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Modelo de Texto do Rodapé</a:t>
            </a:r>
          </a:p>
        </p:txBody>
      </p:sp>
      <p:sp>
        <p:nvSpPr>
          <p:cNvPr id="13" name="Espaço Reservado para Data 12">
            <a:extLst>
              <a:ext uri="{FF2B5EF4-FFF2-40B4-BE49-F238E27FC236}">
                <a16:creationId xmlns:a16="http://schemas.microsoft.com/office/drawing/2014/main" id="{4692675B-8BC2-A545-81FF-1559B305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25/11/2025</a:t>
            </a:r>
          </a:p>
        </p:txBody>
      </p:sp>
      <p:sp>
        <p:nvSpPr>
          <p:cNvPr id="15" name="Espaço Reservado para o Número do Slide 14">
            <a:extLst>
              <a:ext uri="{FF2B5EF4-FFF2-40B4-BE49-F238E27FC236}">
                <a16:creationId xmlns:a16="http://schemas.microsoft.com/office/drawing/2014/main" id="{B17399EA-8F16-C8FC-075B-CE3915D7D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98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691835"/>
            <a:ext cx="11429998" cy="9083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52600"/>
            <a:ext cx="11430000" cy="4413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7" name="Espaço Reservado para Rodapé 4">
            <a:extLst>
              <a:ext uri="{FF2B5EF4-FFF2-40B4-BE49-F238E27FC236}">
                <a16:creationId xmlns:a16="http://schemas.microsoft.com/office/drawing/2014/main" id="{DCFE50CA-A07B-1BE8-AB0E-F3855F27B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47057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b="0" i="0" cap="all" spc="10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rtl="0"/>
            <a:r>
              <a:rPr lang="pt-br"/>
              <a:t>Exemplo de Texto de Rodapé</a:t>
            </a:r>
            <a:endParaRPr lang="en-US" dirty="0"/>
          </a:p>
        </p:txBody>
      </p:sp>
      <p:sp>
        <p:nvSpPr>
          <p:cNvPr id="18" name="Espaço Reservado para Data 3">
            <a:extLst>
              <a:ext uri="{FF2B5EF4-FFF2-40B4-BE49-F238E27FC236}">
                <a16:creationId xmlns:a16="http://schemas.microsoft.com/office/drawing/2014/main" id="{DE26C4DF-9E75-7A5B-2595-BEA6116A42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525000" y="6340475"/>
            <a:ext cx="18001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b="0" i="0" cap="all" spc="10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rtl="0"/>
            <a:r>
              <a:rPr lang="en-US"/>
              <a:t>25/11/2025</a:t>
            </a:r>
          </a:p>
        </p:txBody>
      </p:sp>
      <p:sp>
        <p:nvSpPr>
          <p:cNvPr id="19" name="Espaço Reservado para o Número do Slide 5">
            <a:extLst>
              <a:ext uri="{FF2B5EF4-FFF2-40B4-BE49-F238E27FC236}">
                <a16:creationId xmlns:a16="http://schemas.microsoft.com/office/drawing/2014/main" id="{C94B77EC-B34E-F076-4684-F1C05BA67E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5694" y="634047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b="0" i="0" cap="all" spc="10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085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894" r:id="rId2"/>
    <p:sldLayoutId id="2147483898" r:id="rId3"/>
    <p:sldLayoutId id="2147483900" r:id="rId4"/>
    <p:sldLayoutId id="2147483897" r:id="rId5"/>
    <p:sldLayoutId id="2147483893" r:id="rId6"/>
    <p:sldLayoutId id="2147483895" r:id="rId7"/>
    <p:sldLayoutId id="2147483896" r:id="rId8"/>
    <p:sldLayoutId id="2147483901" r:id="rId9"/>
    <p:sldLayoutId id="2147483947" r:id="rId10"/>
    <p:sldLayoutId id="2147483902" r:id="rId11"/>
    <p:sldLayoutId id="2147483903" r:id="rId12"/>
    <p:sldLayoutId id="2147483904" r:id="rId13"/>
    <p:sldLayoutId id="2147483905" r:id="rId14"/>
    <p:sldLayoutId id="2147483906" r:id="rId15"/>
    <p:sldLayoutId id="2147483907" r:id="rId16"/>
    <p:sldLayoutId id="2147483908" r:id="rId17"/>
    <p:sldLayoutId id="2147483917" r:id="rId18"/>
    <p:sldLayoutId id="2147483918" r:id="rId19"/>
    <p:sldLayoutId id="2147483919" r:id="rId20"/>
    <p:sldLayoutId id="2147483915" r:id="rId21"/>
    <p:sldLayoutId id="2147483916" r:id="rId22"/>
    <p:sldLayoutId id="2147483913" r:id="rId23"/>
    <p:sldLayoutId id="2147483914" r:id="rId24"/>
    <p:sldLayoutId id="2147483920" r:id="rId25"/>
    <p:sldLayoutId id="2147483921" r:id="rId26"/>
    <p:sldLayoutId id="2147483909" r:id="rId27"/>
    <p:sldLayoutId id="2147483910" r:id="rId28"/>
    <p:sldLayoutId id="2147483922" r:id="rId29"/>
    <p:sldLayoutId id="2147483923" r:id="rId30"/>
    <p:sldLayoutId id="2147483924" r:id="rId31"/>
    <p:sldLayoutId id="2147483911" r:id="rId32"/>
    <p:sldLayoutId id="2147483912" r:id="rId33"/>
    <p:sldLayoutId id="2147483925" r:id="rId34"/>
    <p:sldLayoutId id="2147483926" r:id="rId35"/>
    <p:sldLayoutId id="2147483927" r:id="rId36"/>
    <p:sldLayoutId id="2147483928" r:id="rId37"/>
    <p:sldLayoutId id="2147483929" r:id="rId38"/>
    <p:sldLayoutId id="2147483930" r:id="rId39"/>
    <p:sldLayoutId id="2147483931" r:id="rId40"/>
    <p:sldLayoutId id="2147483932" r:id="rId41"/>
    <p:sldLayoutId id="2147483933" r:id="rId42"/>
    <p:sldLayoutId id="2147483935" r:id="rId43"/>
    <p:sldLayoutId id="2147483936" r:id="rId44"/>
    <p:sldLayoutId id="2147483937" r:id="rId45"/>
    <p:sldLayoutId id="2147483938" r:id="rId46"/>
    <p:sldLayoutId id="2147483945" r:id="rId47"/>
    <p:sldLayoutId id="2147483946" r:id="rId48"/>
    <p:sldLayoutId id="2147483939" r:id="rId49"/>
    <p:sldLayoutId id="2147483940" r:id="rId50"/>
    <p:sldLayoutId id="2147483941" r:id="rId51"/>
    <p:sldLayoutId id="2147483942" r:id="rId52"/>
    <p:sldLayoutId id="2147483943" r:id="rId53"/>
    <p:sldLayoutId id="2147483944" r:id="rId54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800" b="0" i="0" kern="1200" spc="0" baseline="0">
          <a:solidFill>
            <a:schemeClr val="tx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240" userDrawn="1">
          <p15:clr>
            <a:srgbClr val="F26B43"/>
          </p15:clr>
        </p15:guide>
        <p15:guide id="25" pos="7296" userDrawn="1">
          <p15:clr>
            <a:srgbClr val="F26B43"/>
          </p15:clr>
        </p15:guide>
        <p15:guide id="26" pos="3840" userDrawn="1">
          <p15:clr>
            <a:srgbClr val="F26B43"/>
          </p15:clr>
        </p15:guide>
        <p15:guide id="27" orient="horz" pos="432" userDrawn="1">
          <p15:clr>
            <a:srgbClr val="F26B43"/>
          </p15:clr>
        </p15:guide>
        <p15:guide id="28" orient="horz" pos="3888" userDrawn="1">
          <p15:clr>
            <a:srgbClr val="F26B43"/>
          </p15:clr>
        </p15:guide>
        <p15:guide id="29" pos="96" userDrawn="1">
          <p15:clr>
            <a:srgbClr val="F26B43"/>
          </p15:clr>
        </p15:guide>
        <p15:guide id="30" pos="7584" userDrawn="1">
          <p15:clr>
            <a:srgbClr val="F26B43"/>
          </p15:clr>
        </p15:guide>
        <p15:guide id="31" orient="horz" pos="96" userDrawn="1">
          <p15:clr>
            <a:srgbClr val="F26B43"/>
          </p15:clr>
        </p15:guide>
        <p15:guide id="32" orient="horz" pos="4224" userDrawn="1">
          <p15:clr>
            <a:srgbClr val="F26B43"/>
          </p15:clr>
        </p15:guide>
        <p15:guide id="33" pos="384" userDrawn="1">
          <p15:clr>
            <a:srgbClr val="F26B43"/>
          </p15:clr>
        </p15:guide>
        <p15:guide id="34" pos="74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1B339-1CCC-0EA5-9D38-24818D15D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838200"/>
            <a:ext cx="11430000" cy="3657600"/>
          </a:xfrm>
        </p:spPr>
        <p:txBody>
          <a:bodyPr anchor="b">
            <a:normAutofit/>
          </a:bodyPr>
          <a:lstStyle/>
          <a:p>
            <a:r>
              <a:rPr lang="en-US" dirty="0" err="1"/>
              <a:t>Evolução</a:t>
            </a:r>
            <a:r>
              <a:rPr lang="en-US" dirty="0"/>
              <a:t> </a:t>
            </a:r>
            <a:r>
              <a:rPr lang="en-US" dirty="0" err="1"/>
              <a:t>Histórica</a:t>
            </a:r>
            <a:r>
              <a:rPr lang="en-US" dirty="0"/>
              <a:t> da </a:t>
            </a:r>
            <a:r>
              <a:rPr lang="en-US" dirty="0" err="1"/>
              <a:t>Contabilidade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FF3908-4636-9268-5615-92968F1D8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4522304"/>
            <a:ext cx="11423901" cy="1200698"/>
          </a:xfrm>
        </p:spPr>
        <p:txBody>
          <a:bodyPr anchor="t">
            <a:normAutofit/>
          </a:bodyPr>
          <a:lstStyle/>
          <a:p>
            <a:r>
              <a:rPr lang="en-US" dirty="0" err="1"/>
              <a:t>Principais</a:t>
            </a:r>
            <a:r>
              <a:rPr lang="en-US" dirty="0"/>
              <a:t> </a:t>
            </a:r>
            <a:r>
              <a:rPr lang="en-US" dirty="0" err="1"/>
              <a:t>marcos</a:t>
            </a:r>
            <a:r>
              <a:rPr lang="en-US" dirty="0"/>
              <a:t> e </a:t>
            </a:r>
            <a:r>
              <a:rPr lang="en-US" dirty="0" err="1"/>
              <a:t>desenvolvimento</a:t>
            </a:r>
            <a:r>
              <a:rPr lang="en-US" dirty="0"/>
              <a:t> da </a:t>
            </a:r>
            <a:r>
              <a:rPr lang="en-US" dirty="0" err="1"/>
              <a:t>contabilidade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5F109-5704-80A9-6282-7A9E19FDF9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25000" y="6340475"/>
            <a:ext cx="1800171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/>
              <a:t>25/11/2025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56ADC-CB41-509B-16CA-07506EA1F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694" y="6340475"/>
            <a:ext cx="429207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AEAA3239-9EA4-4A65-A281-97F994456D9F}" type="slidenum">
              <a:rPr lang="en-US" smtClean="0"/>
              <a:pPr rtl="0"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2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784EB-DCF4-F63A-49C3-57C51698B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297" y="279400"/>
            <a:ext cx="11430000" cy="4572000"/>
          </a:xfrm>
        </p:spPr>
        <p:txBody>
          <a:bodyPr anchor="b">
            <a:normAutofit/>
          </a:bodyPr>
          <a:lstStyle/>
          <a:p>
            <a:r>
              <a:rPr lang="en-US" dirty="0" err="1"/>
              <a:t>Introdução</a:t>
            </a:r>
            <a:r>
              <a:rPr lang="en-US" dirty="0"/>
              <a:t> e </a:t>
            </a:r>
            <a:r>
              <a:rPr lang="en-US" dirty="0" err="1"/>
              <a:t>Objetivos</a:t>
            </a:r>
            <a:r>
              <a:rPr lang="en-US" dirty="0"/>
              <a:t> da Aula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13B3E-B6E3-CA88-2A19-34062062D9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25000" y="6340475"/>
            <a:ext cx="1800171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/>
              <a:t>25/11/2025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35C24-91CD-7994-74A9-CE1CA3927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694" y="6340475"/>
            <a:ext cx="429207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AEAA3239-9EA4-4A65-A281-97F994456D9F}" type="slidenum">
              <a:rPr lang="en-US" smtClean="0"/>
              <a:pPr rtl="0"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5280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1F507-8C88-2712-C9F1-F41CE7BA1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6629400" cy="1681218"/>
          </a:xfrm>
        </p:spPr>
        <p:txBody>
          <a:bodyPr anchor="t">
            <a:normAutofit/>
          </a:bodyPr>
          <a:lstStyle/>
          <a:p>
            <a:r>
              <a:rPr lang="en-US" sz="4300"/>
              <a:t>Contextualização e objetivos de aprendizagem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9ABBD07B-B052-1BE2-CC1D-D527A2BB0D9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260052223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2552700" y="2618799"/>
          <a:ext cx="7086599" cy="3463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F1DA0-F234-7F73-BEF3-30D17364786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25000" y="6340475"/>
            <a:ext cx="1800171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/>
              <a:t>25/11/2025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1724B-8BAE-AC12-7B12-4057685C1E9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75694" y="6340475"/>
            <a:ext cx="429207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AEAA3239-9EA4-4A65-A281-97F994456D9F}" type="slidenum">
              <a:rPr lang="en-US" smtClean="0"/>
              <a:pPr rtl="0"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0978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938F9-94D8-EA21-2230-0C303478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251691"/>
            <a:ext cx="11430000" cy="4572000"/>
          </a:xfrm>
        </p:spPr>
        <p:txBody>
          <a:bodyPr anchor="b">
            <a:normAutofit/>
          </a:bodyPr>
          <a:lstStyle/>
          <a:p>
            <a:r>
              <a:rPr lang="en-US" dirty="0" err="1"/>
              <a:t>Linha</a:t>
            </a:r>
            <a:r>
              <a:rPr lang="en-US" dirty="0"/>
              <a:t> do Tempo da </a:t>
            </a:r>
            <a:r>
              <a:rPr lang="en-US" dirty="0" err="1"/>
              <a:t>Contabilidade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DA23E-4D21-2A09-D58E-D262BA43D1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25000" y="6340475"/>
            <a:ext cx="1800171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/>
              <a:t>25/11/2025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62B60-10A9-1A81-2246-D22A7FBBB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694" y="6340475"/>
            <a:ext cx="429207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AEAA3239-9EA4-4A65-A281-97F994456D9F}" type="slidenum">
              <a:rPr lang="en-US" smtClean="0"/>
              <a:pPr rtl="0"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117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5BF17-5372-1734-656D-4DDD907F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6629400" cy="1681218"/>
          </a:xfrm>
        </p:spPr>
        <p:txBody>
          <a:bodyPr anchor="t">
            <a:normAutofit/>
          </a:bodyPr>
          <a:lstStyle/>
          <a:p>
            <a:r>
              <a:rPr lang="en-US"/>
              <a:t>Antiguidade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D068D142-9E93-1E07-0F7A-7EB3784FAA6C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628998794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2299855" y="2209800"/>
          <a:ext cx="7086599" cy="3463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2F10B-1238-7B2F-617C-4976F115036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25000" y="6340475"/>
            <a:ext cx="1800171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/>
              <a:t>25/11/2025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056A4-58DA-38A8-1E18-7BF414A178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75694" y="6340475"/>
            <a:ext cx="429207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AEAA3239-9EA4-4A65-A281-97F994456D9F}" type="slidenum">
              <a:rPr lang="en-US" smtClean="0"/>
              <a:pPr rtl="0"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3627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F73EF-732D-4865-1F00-16CAE1924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600200"/>
            <a:ext cx="10744200" cy="1828800"/>
          </a:xfrm>
        </p:spPr>
        <p:txBody>
          <a:bodyPr anchor="t">
            <a:normAutofit/>
          </a:bodyPr>
          <a:lstStyle/>
          <a:p>
            <a:r>
              <a:rPr lang="en-US"/>
              <a:t>Idade Média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1386A552-2B99-F0A0-4005-6AF8E8F41CA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380937" y="3429000"/>
          <a:ext cx="10747186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BC6C8-4F60-B977-50AD-85B6FD64AAE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25000" y="6340475"/>
            <a:ext cx="1800171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/>
              <a:t>25/11/2025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FEFDE-9172-C57A-E2B1-75D0D60555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75694" y="6340475"/>
            <a:ext cx="429207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AEAA3239-9EA4-4A65-A281-97F994456D9F}" type="slidenum">
              <a:rPr lang="en-US" smtClean="0"/>
              <a:pPr rtl="0"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7783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A6781-51A2-1EC0-E2BF-1A48B58C7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600200"/>
            <a:ext cx="10744200" cy="1828800"/>
          </a:xfrm>
        </p:spPr>
        <p:txBody>
          <a:bodyPr anchor="t">
            <a:normAutofit/>
          </a:bodyPr>
          <a:lstStyle/>
          <a:p>
            <a:r>
              <a:rPr lang="en-US"/>
              <a:t>Idade Moderna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AF119140-4402-F65A-E1AC-5DA5E6BF040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380937" y="3429000"/>
          <a:ext cx="10747186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C4586-132B-B6A6-FD0A-50D66A27070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25000" y="6340475"/>
            <a:ext cx="1800171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/>
              <a:t>25/11/2025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7F2FC-D3F1-2D53-74C9-FBC181C6A82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75694" y="6340475"/>
            <a:ext cx="429207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AEAA3239-9EA4-4A65-A281-97F994456D9F}" type="slidenum">
              <a:rPr lang="en-US" smtClean="0"/>
              <a:pPr rtl="0"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5083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686A1-C518-7F62-916A-AFE17D844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600200"/>
            <a:ext cx="10744200" cy="1828800"/>
          </a:xfrm>
        </p:spPr>
        <p:txBody>
          <a:bodyPr anchor="t">
            <a:normAutofit/>
          </a:bodyPr>
          <a:lstStyle/>
          <a:p>
            <a:r>
              <a:rPr lang="en-US" sz="6700"/>
              <a:t>Idade Contemporânea e Era Digital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7FA7566A-2B00-4E36-607F-FE24513C0F0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380937" y="3429000"/>
          <a:ext cx="10747186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458F6-F346-D3FD-9AF9-43656C788B1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25000" y="6340475"/>
            <a:ext cx="1800171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/>
              <a:t>25/11/2025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A836C-1CF9-25CF-32C2-323A57EC90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75694" y="6340475"/>
            <a:ext cx="429207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AEAA3239-9EA4-4A65-A281-97F994456D9F}" type="slidenum">
              <a:rPr lang="en-US" smtClean="0"/>
              <a:pPr rtl="0"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6783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72795-0DB3-505C-4861-8FFA1B1BD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109" y="417945"/>
            <a:ext cx="11430000" cy="4572000"/>
          </a:xfrm>
        </p:spPr>
        <p:txBody>
          <a:bodyPr anchor="b">
            <a:normAutofit/>
          </a:bodyPr>
          <a:lstStyle/>
          <a:p>
            <a:r>
              <a:rPr lang="en-US" dirty="0" err="1"/>
              <a:t>Síntese</a:t>
            </a:r>
            <a:r>
              <a:rPr lang="en-US" dirty="0"/>
              <a:t> </a:t>
            </a:r>
            <a:r>
              <a:rPr lang="en-US" dirty="0" err="1"/>
              <a:t>Crítica</a:t>
            </a:r>
            <a:r>
              <a:rPr lang="en-US" dirty="0"/>
              <a:t> e Papel </a:t>
            </a:r>
            <a:r>
              <a:rPr lang="en-US" dirty="0" err="1"/>
              <a:t>Atual</a:t>
            </a:r>
            <a:r>
              <a:rPr lang="en-US" dirty="0"/>
              <a:t> do Contador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678A5-0D6A-30E0-FC21-809A70B57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25000" y="6340475"/>
            <a:ext cx="1800171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/>
              <a:t>25/11/2025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EA242-DB99-91C7-3494-41F753FB1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694" y="6340475"/>
            <a:ext cx="429207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AEAA3239-9EA4-4A65-A281-97F994456D9F}" type="slidenum">
              <a:rPr lang="en-US" smtClean="0"/>
              <a:pPr rtl="0"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58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C31E5-55F8-DCDE-F7FC-A78E7C930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600200"/>
            <a:ext cx="10744200" cy="1828800"/>
          </a:xfrm>
        </p:spPr>
        <p:txBody>
          <a:bodyPr anchor="t">
            <a:normAutofit/>
          </a:bodyPr>
          <a:lstStyle/>
          <a:p>
            <a:r>
              <a:rPr lang="en-US" sz="6700"/>
              <a:t>Comparação Ontem x Hoje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C74E6209-0687-84D5-B0DF-CC08A444E1D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380937" y="3429000"/>
          <a:ext cx="10747186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15214-15A2-E373-344E-6A87F87FDDD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25000" y="6340475"/>
            <a:ext cx="1800171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/>
              <a:t>25/11/2025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F1BB9-80AB-D6A1-592B-39362CD59D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75694" y="6340475"/>
            <a:ext cx="429207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AEAA3239-9EA4-4A65-A281-97F994456D9F}" type="slidenum">
              <a:rPr lang="en-US" smtClean="0"/>
              <a:pPr rtl="0"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9151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ubbleform">
  <a:themeElements>
    <a:clrScheme name="Bubbleform">
      <a:dk1>
        <a:srgbClr val="000000"/>
      </a:dk1>
      <a:lt1>
        <a:srgbClr val="FFFFFF"/>
      </a:lt1>
      <a:dk2>
        <a:srgbClr val="4E4AD8"/>
      </a:dk2>
      <a:lt2>
        <a:srgbClr val="DCD8DC"/>
      </a:lt2>
      <a:accent1>
        <a:srgbClr val="6C7FF6"/>
      </a:accent1>
      <a:accent2>
        <a:srgbClr val="8760DC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ustom 78">
      <a:majorFont>
        <a:latin typeface="Biome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bbleform_win32_KO_V11" id="{86725AD0-D160-4069-8876-4ED9C8033A79}" vid="{9647EED2-E3EB-419E-B9CB-199FA54454E6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1937</Words>
  <Application>Microsoft Office PowerPoint</Application>
  <PresentationFormat>Widescreen</PresentationFormat>
  <Paragraphs>95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Aptos</vt:lpstr>
      <vt:lpstr>Arial</vt:lpstr>
      <vt:lpstr>Avenir Next LT Pro Light</vt:lpstr>
      <vt:lpstr>Biome</vt:lpstr>
      <vt:lpstr>Bubbleform</vt:lpstr>
      <vt:lpstr>Evolução Histórica da Contabilidade</vt:lpstr>
      <vt:lpstr>Introdução e Objetivos da Aula</vt:lpstr>
      <vt:lpstr>Contextualização e objetivos de aprendizagem</vt:lpstr>
      <vt:lpstr>Linha do Tempo da Contabilidade</vt:lpstr>
      <vt:lpstr>Antiguidade</vt:lpstr>
      <vt:lpstr>Idade Média</vt:lpstr>
      <vt:lpstr>Idade Moderna</vt:lpstr>
      <vt:lpstr>Idade Contemporânea e Era Digital</vt:lpstr>
      <vt:lpstr>Síntese Crítica e Papel Atual do Contador</vt:lpstr>
      <vt:lpstr>Comparação Ontem x Hoje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Rafael Fachini Moratelli</dc:creator>
  <cp:lastModifiedBy>RAFAEL FACHINI MORATELLI</cp:lastModifiedBy>
  <cp:revision>5</cp:revision>
  <dcterms:created xsi:type="dcterms:W3CDTF">2025-11-25T18:57:06Z</dcterms:created>
  <dcterms:modified xsi:type="dcterms:W3CDTF">2025-12-28T18:46:44Z</dcterms:modified>
</cp:coreProperties>
</file>